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1"/>
  </p:sldMasterIdLst>
  <p:notesMasterIdLst>
    <p:notesMasterId r:id="rId38"/>
  </p:notesMasterIdLst>
  <p:handoutMasterIdLst>
    <p:handoutMasterId r:id="rId39"/>
  </p:handoutMasterIdLst>
  <p:sldIdLst>
    <p:sldId id="798" r:id="rId2"/>
    <p:sldId id="799" r:id="rId3"/>
    <p:sldId id="841" r:id="rId4"/>
    <p:sldId id="842" r:id="rId5"/>
    <p:sldId id="843" r:id="rId6"/>
    <p:sldId id="849" r:id="rId7"/>
    <p:sldId id="844" r:id="rId8"/>
    <p:sldId id="845" r:id="rId9"/>
    <p:sldId id="846" r:id="rId10"/>
    <p:sldId id="847" r:id="rId11"/>
    <p:sldId id="848" r:id="rId12"/>
    <p:sldId id="808" r:id="rId13"/>
    <p:sldId id="809" r:id="rId14"/>
    <p:sldId id="810" r:id="rId15"/>
    <p:sldId id="811" r:id="rId16"/>
    <p:sldId id="812" r:id="rId17"/>
    <p:sldId id="813" r:id="rId18"/>
    <p:sldId id="814" r:id="rId19"/>
    <p:sldId id="815" r:id="rId20"/>
    <p:sldId id="816" r:id="rId21"/>
    <p:sldId id="817" r:id="rId22"/>
    <p:sldId id="818" r:id="rId23"/>
    <p:sldId id="819" r:id="rId24"/>
    <p:sldId id="820" r:id="rId25"/>
    <p:sldId id="821" r:id="rId26"/>
    <p:sldId id="822" r:id="rId27"/>
    <p:sldId id="823" r:id="rId28"/>
    <p:sldId id="833" r:id="rId29"/>
    <p:sldId id="824" r:id="rId30"/>
    <p:sldId id="825" r:id="rId31"/>
    <p:sldId id="826" r:id="rId32"/>
    <p:sldId id="827" r:id="rId33"/>
    <p:sldId id="801" r:id="rId34"/>
    <p:sldId id="614" r:id="rId35"/>
    <p:sldId id="405" r:id="rId36"/>
    <p:sldId id="493"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6934C148-F259-467D-9836-6916DE274F91}">
          <p14:sldIdLst>
            <p14:sldId id="798"/>
            <p14:sldId id="799"/>
          </p14:sldIdLst>
        </p14:section>
        <p14:section name="Indices" id="{62853CB0-3067-41EA-8614-26F8B10D40E0}">
          <p14:sldIdLst>
            <p14:sldId id="841"/>
            <p14:sldId id="842"/>
            <p14:sldId id="843"/>
            <p14:sldId id="849"/>
            <p14:sldId id="844"/>
            <p14:sldId id="845"/>
            <p14:sldId id="846"/>
            <p14:sldId id="847"/>
          </p14:sldIdLst>
        </p14:section>
        <p14:section name="Grouping" id="{E22AF63E-5A5B-4332-94F0-6A2B38B00584}">
          <p14:sldIdLst>
            <p14:sldId id="848"/>
            <p14:sldId id="808"/>
            <p14:sldId id="809"/>
            <p14:sldId id="810"/>
            <p14:sldId id="811"/>
          </p14:sldIdLst>
        </p14:section>
        <p14:section name="Aggregate Functions" id="{E3B4F457-947A-44C3-B5FD-70A903385D64}">
          <p14:sldIdLst>
            <p14:sldId id="812"/>
            <p14:sldId id="813"/>
            <p14:sldId id="814"/>
            <p14:sldId id="815"/>
            <p14:sldId id="816"/>
            <p14:sldId id="817"/>
            <p14:sldId id="818"/>
            <p14:sldId id="819"/>
            <p14:sldId id="820"/>
            <p14:sldId id="821"/>
            <p14:sldId id="822"/>
            <p14:sldId id="823"/>
            <p14:sldId id="833"/>
          </p14:sldIdLst>
        </p14:section>
        <p14:section name="Having" id="{3F705939-9B7F-4B54-A4D0-A7C9172378EE}">
          <p14:sldIdLst>
            <p14:sldId id="824"/>
            <p14:sldId id="825"/>
            <p14:sldId id="826"/>
            <p14:sldId id="827"/>
          </p14:sldIdLst>
        </p14:section>
        <p14:section name="Conclusion" id="{D27FFBCC-2DA0-48C9-BA6D-170B6C67C673}">
          <p14:sldIdLst>
            <p14:sldId id="801"/>
            <p14:sldId id="614"/>
            <p14:sldId id="405"/>
            <p14:sldId id="493"/>
          </p14:sldIdLst>
        </p14:section>
      </p14:sectionLst>
    </p:ext>
    <p:ext uri="{EFAFB233-063F-42B5-8137-9DF3F51BA10A}">
      <p15:sldGuideLst xmlns:p15="http://schemas.microsoft.com/office/powerpoint/2012/main">
        <p15:guide id="1" orient="horz" pos="2184"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4646"/>
    <a:srgbClr val="F2A40D"/>
    <a:srgbClr val="DBBD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C232DE-2511-49A3-B33B-FD78A94CD8E3}" v="22" dt="2019-12-04T16:40:36.347"/>
  </p1510:revLst>
</p1510:revInfo>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002" autoAdjust="0"/>
    <p:restoredTop sz="62750" autoAdjust="0"/>
  </p:normalViewPr>
  <p:slideViewPr>
    <p:cSldViewPr showGuides="1">
      <p:cViewPr varScale="1">
        <p:scale>
          <a:sx n="111" d="100"/>
          <a:sy n="111" d="100"/>
        </p:scale>
        <p:origin x="100" y="200"/>
      </p:cViewPr>
      <p:guideLst>
        <p:guide orient="horz" pos="2184"/>
        <p:guide pos="3840"/>
      </p:guideLst>
    </p:cSldViewPr>
  </p:slideViewPr>
  <p:outlineViewPr>
    <p:cViewPr>
      <p:scale>
        <a:sx n="33" d="100"/>
        <a:sy n="33" d="100"/>
      </p:scale>
      <p:origin x="0" y="-9989"/>
    </p:cViewPr>
  </p:outlineViewPr>
  <p:notesTextViewPr>
    <p:cViewPr>
      <p:scale>
        <a:sx n="1" d="1"/>
        <a:sy n="1" d="1"/>
      </p:scale>
      <p:origin x="0" y="0"/>
    </p:cViewPr>
  </p:notesTextViewPr>
  <p:sorterViewPr>
    <p:cViewPr>
      <p:scale>
        <a:sx n="100" d="100"/>
        <a:sy n="100" d="100"/>
      </p:scale>
      <p:origin x="0" y="-6566"/>
    </p:cViewPr>
  </p:sorterViewPr>
  <p:notesViewPr>
    <p:cSldViewPr>
      <p:cViewPr varScale="1">
        <p:scale>
          <a:sx n="62" d="100"/>
          <a:sy n="62" d="100"/>
        </p:scale>
        <p:origin x="3154" y="72"/>
      </p:cViewPr>
      <p:guideLst/>
    </p:cSldViewPr>
  </p:notesViewPr>
  <p:gridSpacing cx="45000" cy="450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2" Type="http://schemas.openxmlformats.org/officeDocument/2006/relationships/hyperlink" Target="https://softuni.org/" TargetMode="Externa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6F20103-83CC-4A54-8FDE-9D37FC2629C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bg-BG"/>
          </a:p>
        </p:txBody>
      </p:sp>
      <p:sp>
        <p:nvSpPr>
          <p:cNvPr id="3" name="Date Placeholder 2">
            <a:extLst>
              <a:ext uri="{FF2B5EF4-FFF2-40B4-BE49-F238E27FC236}">
                <a16:creationId xmlns:a16="http://schemas.microsoft.com/office/drawing/2014/main" id="{27A53962-26EF-44E4-9E69-61B1727AB1C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E087215-0C8F-4762-A664-737A353EC9A4}" type="datetimeFigureOut">
              <a:rPr lang="bg-BG" smtClean="0"/>
              <a:t>26.8.2025 г.</a:t>
            </a:fld>
            <a:endParaRPr lang="bg-BG"/>
          </a:p>
        </p:txBody>
      </p:sp>
      <p:sp>
        <p:nvSpPr>
          <p:cNvPr id="4" name="Footer Placeholder 3">
            <a:extLst>
              <a:ext uri="{FF2B5EF4-FFF2-40B4-BE49-F238E27FC236}">
                <a16:creationId xmlns:a16="http://schemas.microsoft.com/office/drawing/2014/main" id="{28A6967E-448F-4887-8FCB-34482EFBCC74}"/>
              </a:ext>
            </a:extLst>
          </p:cNvPr>
          <p:cNvSpPr>
            <a:spLocks noGrp="1"/>
          </p:cNvSpPr>
          <p:nvPr>
            <p:ph type="ftr" sz="quarter" idx="2"/>
          </p:nvPr>
        </p:nvSpPr>
        <p:spPr>
          <a:xfrm>
            <a:off x="-1" y="8847000"/>
            <a:ext cx="6443999" cy="297000"/>
          </a:xfrm>
          <a:prstGeom prst="rect">
            <a:avLst/>
          </a:prstGeom>
        </p:spPr>
        <p:txBody>
          <a:bodyPr vert="horz" lIns="91440" tIns="45720" rIns="91440" bIns="45720" rtlCol="0" anchor="b"/>
          <a:lstStyle>
            <a:lvl1pPr algn="l">
              <a:defRPr sz="1200"/>
            </a:lvl1pPr>
          </a:lstStyle>
          <a:p>
            <a:r>
              <a:rPr lang="en-US" sz="1100" dirty="0"/>
              <a:t>© SoftUni – </a:t>
            </a:r>
            <a:r>
              <a:rPr lang="en-US" sz="1100" u="sng" dirty="0">
                <a:hlinkClick r:id="rId2"/>
              </a:rPr>
              <a:t>https://softuni.org</a:t>
            </a:r>
            <a:r>
              <a:rPr lang="en-US" sz="1100" dirty="0"/>
              <a:t>. Copyrighted document. Unauthorized copy or reproduction is not permitted.</a:t>
            </a:r>
          </a:p>
        </p:txBody>
      </p:sp>
      <p:sp>
        <p:nvSpPr>
          <p:cNvPr id="5" name="Slide Number Placeholder 4">
            <a:extLst>
              <a:ext uri="{FF2B5EF4-FFF2-40B4-BE49-F238E27FC236}">
                <a16:creationId xmlns:a16="http://schemas.microsoft.com/office/drawing/2014/main" id="{8B6554C2-DDBA-40E2-9536-53A07EC50274}"/>
              </a:ext>
            </a:extLst>
          </p:cNvPr>
          <p:cNvSpPr>
            <a:spLocks noGrp="1"/>
          </p:cNvSpPr>
          <p:nvPr>
            <p:ph type="sldNum" sz="quarter" idx="3"/>
          </p:nvPr>
        </p:nvSpPr>
        <p:spPr>
          <a:xfrm>
            <a:off x="6443999" y="8847000"/>
            <a:ext cx="412413" cy="297000"/>
          </a:xfrm>
          <a:prstGeom prst="rect">
            <a:avLst/>
          </a:prstGeom>
        </p:spPr>
        <p:txBody>
          <a:bodyPr vert="horz" lIns="91440" tIns="45720" rIns="91440" bIns="45720" rtlCol="0" anchor="b"/>
          <a:lstStyle>
            <a:lvl1pPr algn="r">
              <a:defRPr sz="1200"/>
            </a:lvl1pPr>
          </a:lstStyle>
          <a:p>
            <a:fld id="{7AC318AE-53F9-47EA-B5FE-E9473933AF11}" type="slidenum">
              <a:rPr lang="bg-BG" smtClean="0"/>
              <a:t>‹#›</a:t>
            </a:fld>
            <a:endParaRPr lang="bg-BG" dirty="0"/>
          </a:p>
        </p:txBody>
      </p:sp>
    </p:spTree>
    <p:extLst>
      <p:ext uri="{BB962C8B-B14F-4D97-AF65-F5344CB8AC3E}">
        <p14:creationId xmlns:p14="http://schemas.microsoft.com/office/powerpoint/2010/main" val="4150602968"/>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2" Type="http://schemas.openxmlformats.org/officeDocument/2006/relationships/hyperlink" Target="https://softuni.org/" TargetMode="External"/><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D84649-876A-46C9-8472-14CB09C070D8}" type="datetimeFigureOut">
              <a:rPr lang="en-US" smtClean="0"/>
              <a:t>8/26/2025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5"/>
          </p:nvPr>
        </p:nvSpPr>
        <p:spPr>
          <a:xfrm>
            <a:off x="6488999" y="8847000"/>
            <a:ext cx="367414" cy="297000"/>
          </a:xfrm>
          <a:prstGeom prst="rect">
            <a:avLst/>
          </a:prstGeom>
        </p:spPr>
        <p:txBody>
          <a:bodyPr vert="horz" lIns="91440" tIns="45720" rIns="91440" bIns="45720" rtlCol="0" anchor="b"/>
          <a:lstStyle>
            <a:lvl1pPr algn="r">
              <a:defRPr sz="1200"/>
            </a:lvl1pPr>
          </a:lstStyle>
          <a:p>
            <a:fld id="{2BF067CD-8E6B-4360-9AA8-C5DF2A48A6D1}" type="slidenum">
              <a:rPr lang="en-US" smtClean="0"/>
              <a:t>‹#›</a:t>
            </a:fld>
            <a:endParaRPr lang="en-US" dirty="0"/>
          </a:p>
        </p:txBody>
      </p:sp>
      <p:sp>
        <p:nvSpPr>
          <p:cNvPr id="8" name="Footer Placeholder 7">
            <a:extLst>
              <a:ext uri="{FF2B5EF4-FFF2-40B4-BE49-F238E27FC236}">
                <a16:creationId xmlns:a16="http://schemas.microsoft.com/office/drawing/2014/main" id="{CAC3A49B-3196-44DF-AC28-085C72EFBFF0}"/>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2"/>
              </a:rPr>
              <a:t>https://softuni.org</a:t>
            </a:r>
            <a:r>
              <a:rPr lang="en-US" dirty="0"/>
              <a:t>. Copyrighted document. Unauthorized copy or reproduction is not permitted.</a:t>
            </a:r>
          </a:p>
        </p:txBody>
      </p:sp>
    </p:spTree>
    <p:extLst>
      <p:ext uri="{BB962C8B-B14F-4D97-AF65-F5344CB8AC3E}">
        <p14:creationId xmlns:p14="http://schemas.microsoft.com/office/powerpoint/2010/main" val="1530847692"/>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3" Type="http://schemas.openxmlformats.org/officeDocument/2006/relationships/hyperlink" Target="https://softuni.org/" TargetMode="External"/><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6" name="Slide Number Placeholder 5"/>
          <p:cNvSpPr>
            <a:spLocks noGrp="1"/>
          </p:cNvSpPr>
          <p:nvPr>
            <p:ph type="sldNum" sz="quarter" idx="11"/>
          </p:nvPr>
        </p:nvSpPr>
        <p:spPr/>
        <p:txBody>
          <a:bodyPr/>
          <a:lstStyle/>
          <a:p>
            <a:fld id="{3EBA5BD7-F043-4D1B-AA17-CD412FC534DE}" type="slidenum">
              <a:rPr lang="en-US" smtClean="0"/>
              <a:pPr/>
              <a:t>1</a:t>
            </a:fld>
            <a:endParaRPr lang="en-US" dirty="0"/>
          </a:p>
        </p:txBody>
      </p:sp>
      <p:sp>
        <p:nvSpPr>
          <p:cNvPr id="7" name="Footer Placeholder 7">
            <a:extLst>
              <a:ext uri="{FF2B5EF4-FFF2-40B4-BE49-F238E27FC236}">
                <a16:creationId xmlns:a16="http://schemas.microsoft.com/office/drawing/2014/main" id="{0B52D984-1D6C-4573-9A17-44BF13B05EB8}"/>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31647819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2" name="Rectangle 2"/>
          <p:cNvSpPr>
            <a:spLocks noGrp="1" noRot="1" noChangeAspect="1" noChangeArrowheads="1" noTextEdit="1"/>
          </p:cNvSpPr>
          <p:nvPr>
            <p:ph type="sldImg"/>
          </p:nvPr>
        </p:nvSpPr>
        <p:spPr>
          <a:ln/>
        </p:spPr>
      </p:sp>
      <p:sp>
        <p:nvSpPr>
          <p:cNvPr id="445443" name="Rectangle 3"/>
          <p:cNvSpPr>
            <a:spLocks noGrp="1" noChangeArrowheads="1"/>
          </p:cNvSpPr>
          <p:nvPr>
            <p:ph type="body" idx="1"/>
          </p:nvPr>
        </p:nvSpPr>
        <p:spPr/>
        <p:txBody>
          <a:bodyPr/>
          <a:lstStyle/>
          <a:p>
            <a:endParaRPr lang="bg-BG" dirty="0"/>
          </a:p>
        </p:txBody>
      </p:sp>
      <p:sp>
        <p:nvSpPr>
          <p:cNvPr id="3" name="Slide Number Placeholder 2"/>
          <p:cNvSpPr>
            <a:spLocks noGrp="1"/>
          </p:cNvSpPr>
          <p:nvPr>
            <p:ph type="sldNum" sz="quarter" idx="11"/>
          </p:nvPr>
        </p:nvSpPr>
        <p:spPr/>
        <p:txBody>
          <a:bodyPr/>
          <a:lstStyle/>
          <a:p>
            <a:fld id="{3EBA5BD7-F043-4D1B-AA17-CD412FC534DE}" type="slidenum">
              <a:rPr lang="en-US" smtClean="0"/>
              <a:pPr/>
              <a:t>2</a:t>
            </a:fld>
            <a:endParaRPr lang="en-US" dirty="0"/>
          </a:p>
        </p:txBody>
      </p:sp>
      <p:sp>
        <p:nvSpPr>
          <p:cNvPr id="6" name="Footer Placeholder 7">
            <a:extLst>
              <a:ext uri="{FF2B5EF4-FFF2-40B4-BE49-F238E27FC236}">
                <a16:creationId xmlns:a16="http://schemas.microsoft.com/office/drawing/2014/main" id="{81243E04-67BB-452F-BE50-5B31E6F32B27}"/>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3020844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C8E92CD7-3A53-49A7-A6DD-9E3A99F23A85}" type="slidenum">
              <a:rPr lang="en-US"/>
              <a:pPr/>
              <a:t>3</a:t>
            </a:fld>
            <a:r>
              <a:rPr lang="en-US" dirty="0"/>
              <a:t>##</a:t>
            </a:r>
            <a:endParaRPr lang="en-US" sz="1100" dirty="0"/>
          </a:p>
        </p:txBody>
      </p:sp>
      <p:sp>
        <p:nvSpPr>
          <p:cNvPr id="520194" name="Rectangle 2"/>
          <p:cNvSpPr>
            <a:spLocks noGrp="1" noRot="1" noChangeAspect="1" noChangeArrowheads="1" noTextEdit="1"/>
          </p:cNvSpPr>
          <p:nvPr>
            <p:ph type="sldImg"/>
          </p:nvPr>
        </p:nvSpPr>
        <p:spPr>
          <a:ln/>
        </p:spPr>
      </p:sp>
      <p:sp>
        <p:nvSpPr>
          <p:cNvPr id="520195" name="Rectangle 3"/>
          <p:cNvSpPr>
            <a:spLocks noGrp="1" noChangeArrowheads="1"/>
          </p:cNvSpPr>
          <p:nvPr>
            <p:ph type="body" idx="1"/>
          </p:nvPr>
        </p:nvSpPr>
        <p:spPr>
          <a:xfrm>
            <a:off x="688481" y="4416099"/>
            <a:ext cx="5504853" cy="4182457"/>
          </a:xfrm>
        </p:spPr>
        <p:txBody>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lang="en-US" dirty="0"/>
              <a:t>Every table can</a:t>
            </a:r>
            <a:r>
              <a:rPr lang="en-US" baseline="0" dirty="0"/>
              <a:t> have only one c</a:t>
            </a:r>
            <a:r>
              <a:rPr lang="en-US" dirty="0"/>
              <a:t>lustered indexes. They are stored on</a:t>
            </a:r>
            <a:r>
              <a:rPr lang="en-US" baseline="0" dirty="0"/>
              <a:t> the table.</a:t>
            </a:r>
            <a:r>
              <a:rPr lang="en-US" dirty="0"/>
              <a:t> Clustered</a:t>
            </a:r>
            <a:r>
              <a:rPr lang="en-US" baseline="0" dirty="0"/>
              <a:t> indexes sorts the data physically in the table so the reads are much faster. The most common index structure are the B-trees. However, when you have an index inserts and deletes it takes more time to accomplish because </a:t>
            </a:r>
            <a:r>
              <a:rPr lang="en-US" dirty="0"/>
              <a:t>indexes</a:t>
            </a:r>
            <a:r>
              <a:rPr lang="en-US" baseline="0" dirty="0"/>
              <a:t> has to be updated as well.</a:t>
            </a:r>
            <a:br>
              <a:rPr lang="en-US" dirty="0"/>
            </a:br>
            <a:br>
              <a:rPr lang="en-US" dirty="0"/>
            </a:br>
            <a:r>
              <a:rPr lang="en-US" dirty="0"/>
              <a:t>A non-clustered index has a duplicate of the data from the indexed columns kept ordered together with pointers to the actual data rows (pointers to the clustered index if there is one). This means that accessing data through a non-clustered index has to go through an extra layer of indirection. However, if you select only the data that's available in the indexed columns you can get the data back directly from the duplicated index data.</a:t>
            </a:r>
          </a:p>
          <a:p>
            <a:endParaRPr lang="bg-BG" dirty="0"/>
          </a:p>
        </p:txBody>
      </p:sp>
      <p:sp>
        <p:nvSpPr>
          <p:cNvPr id="6" name="Footer Placeholder 7">
            <a:extLst>
              <a:ext uri="{FF2B5EF4-FFF2-40B4-BE49-F238E27FC236}">
                <a16:creationId xmlns:a16="http://schemas.microsoft.com/office/drawing/2014/main" id="{D6062E2B-9DB7-4027-AA3F-B07911E54B18}"/>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2375853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2BF067CD-8E6B-4360-9AA8-C5DF2A48A6D1}" type="slidenum">
              <a:rPr lang="en-US" smtClean="0"/>
              <a:t>4</a:t>
            </a:fld>
            <a:endParaRPr lang="en-US" dirty="0"/>
          </a:p>
        </p:txBody>
      </p:sp>
      <p:sp>
        <p:nvSpPr>
          <p:cNvPr id="5" name="Footer Placeholder 7">
            <a:extLst>
              <a:ext uri="{FF2B5EF4-FFF2-40B4-BE49-F238E27FC236}">
                <a16:creationId xmlns:a16="http://schemas.microsoft.com/office/drawing/2014/main" id="{1356434D-CFD9-4577-903D-09A1E12EA9AC}"/>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10329299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Контейнер за изображение на слайда 1"/>
          <p:cNvSpPr>
            <a:spLocks noGrp="1" noRot="1" noChangeAspect="1"/>
          </p:cNvSpPr>
          <p:nvPr>
            <p:ph type="sldImg"/>
          </p:nvPr>
        </p:nvSpPr>
        <p:spPr/>
      </p:sp>
      <p:sp>
        <p:nvSpPr>
          <p:cNvPr id="3" name="Контейнер за бележки 2"/>
          <p:cNvSpPr>
            <a:spLocks noGrp="1"/>
          </p:cNvSpPr>
          <p:nvPr>
            <p:ph type="body" idx="1"/>
          </p:nvPr>
        </p:nvSpPr>
        <p:spPr/>
        <p:txBody>
          <a:bodyPr/>
          <a:lstStyle/>
          <a:p>
            <a:endParaRPr lang="en-US" dirty="0"/>
          </a:p>
        </p:txBody>
      </p:sp>
      <p:sp>
        <p:nvSpPr>
          <p:cNvPr id="5" name="Контейнер за номер на слайда 4"/>
          <p:cNvSpPr>
            <a:spLocks noGrp="1"/>
          </p:cNvSpPr>
          <p:nvPr>
            <p:ph type="sldNum" sz="quarter" idx="11"/>
          </p:nvPr>
        </p:nvSpPr>
        <p:spPr/>
        <p:txBody>
          <a:bodyPr/>
          <a:lstStyle/>
          <a:p>
            <a:fld id="{3EBA5BD7-F043-4D1B-AA17-CD412FC534DE}" type="slidenum">
              <a:rPr lang="en-US" smtClean="0"/>
              <a:pPr/>
              <a:t>8</a:t>
            </a:fld>
            <a:endParaRPr lang="en-US" dirty="0"/>
          </a:p>
        </p:txBody>
      </p:sp>
      <p:sp>
        <p:nvSpPr>
          <p:cNvPr id="6" name="Footer Placeholder 7">
            <a:extLst>
              <a:ext uri="{FF2B5EF4-FFF2-40B4-BE49-F238E27FC236}">
                <a16:creationId xmlns:a16="http://schemas.microsoft.com/office/drawing/2014/main" id="{CD213E49-EECC-4ED2-8AFB-779368481A87}"/>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19735771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Slide Number Placeholder 4"/>
          <p:cNvSpPr>
            <a:spLocks noGrp="1"/>
          </p:cNvSpPr>
          <p:nvPr>
            <p:ph type="sldNum" sz="quarter" idx="11"/>
          </p:nvPr>
        </p:nvSpPr>
        <p:spPr/>
        <p:txBody>
          <a:bodyPr/>
          <a:lstStyle/>
          <a:p>
            <a:fld id="{3EBA5BD7-F043-4D1B-AA17-CD412FC534DE}" type="slidenum">
              <a:rPr lang="en-US" smtClean="0"/>
              <a:pPr/>
              <a:t>9</a:t>
            </a:fld>
            <a:endParaRPr lang="en-US" dirty="0"/>
          </a:p>
        </p:txBody>
      </p:sp>
      <p:sp>
        <p:nvSpPr>
          <p:cNvPr id="6" name="Footer Placeholder 7">
            <a:extLst>
              <a:ext uri="{FF2B5EF4-FFF2-40B4-BE49-F238E27FC236}">
                <a16:creationId xmlns:a16="http://schemas.microsoft.com/office/drawing/2014/main" id="{419C0AB8-09F8-48FF-9B55-80E51CAB9F86}"/>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27901202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Контейнер за изображение на слайда 1"/>
          <p:cNvSpPr>
            <a:spLocks noGrp="1" noRot="1" noChangeAspect="1"/>
          </p:cNvSpPr>
          <p:nvPr>
            <p:ph type="sldImg"/>
          </p:nvPr>
        </p:nvSpPr>
        <p:spPr/>
      </p:sp>
      <p:sp>
        <p:nvSpPr>
          <p:cNvPr id="3" name="Контейнер за бележки 2"/>
          <p:cNvSpPr>
            <a:spLocks noGrp="1"/>
          </p:cNvSpPr>
          <p:nvPr>
            <p:ph type="body" idx="1"/>
          </p:nvPr>
        </p:nvSpPr>
        <p:spPr/>
        <p:txBody>
          <a:bodyPr/>
          <a:lstStyle/>
          <a:p>
            <a:endParaRPr lang="en-US" dirty="0"/>
          </a:p>
        </p:txBody>
      </p:sp>
      <p:sp>
        <p:nvSpPr>
          <p:cNvPr id="5" name="Контейнер за номер на слайда 4"/>
          <p:cNvSpPr>
            <a:spLocks noGrp="1"/>
          </p:cNvSpPr>
          <p:nvPr>
            <p:ph type="sldNum" sz="quarter" idx="11"/>
          </p:nvPr>
        </p:nvSpPr>
        <p:spPr/>
        <p:txBody>
          <a:bodyPr/>
          <a:lstStyle/>
          <a:p>
            <a:fld id="{3EBA5BD7-F043-4D1B-AA17-CD412FC534DE}" type="slidenum">
              <a:rPr lang="en-US" smtClean="0"/>
              <a:pPr/>
              <a:t>11</a:t>
            </a:fld>
            <a:endParaRPr lang="en-US" dirty="0"/>
          </a:p>
        </p:txBody>
      </p:sp>
      <p:sp>
        <p:nvSpPr>
          <p:cNvPr id="6" name="Footer Placeholder 7">
            <a:extLst>
              <a:ext uri="{FF2B5EF4-FFF2-40B4-BE49-F238E27FC236}">
                <a16:creationId xmlns:a16="http://schemas.microsoft.com/office/drawing/2014/main" id="{251A80AC-FE8D-4C84-850E-DA0EAECB2746}"/>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18287202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Slide Number Placeholder 4"/>
          <p:cNvSpPr>
            <a:spLocks noGrp="1"/>
          </p:cNvSpPr>
          <p:nvPr>
            <p:ph type="sldNum" sz="quarter" idx="11"/>
          </p:nvPr>
        </p:nvSpPr>
        <p:spPr/>
        <p:txBody>
          <a:bodyPr/>
          <a:lstStyle/>
          <a:p>
            <a:fld id="{3EBA5BD7-F043-4D1B-AA17-CD412FC534DE}" type="slidenum">
              <a:rPr lang="en-US" smtClean="0"/>
              <a:pPr/>
              <a:t>12</a:t>
            </a:fld>
            <a:endParaRPr lang="en-US" dirty="0"/>
          </a:p>
        </p:txBody>
      </p:sp>
      <p:sp>
        <p:nvSpPr>
          <p:cNvPr id="6" name="Footer Placeholder 7">
            <a:extLst>
              <a:ext uri="{FF2B5EF4-FFF2-40B4-BE49-F238E27FC236}">
                <a16:creationId xmlns:a16="http://schemas.microsoft.com/office/drawing/2014/main" id="{7D779037-2EAC-431A-8358-32C99F93A60E}"/>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24173591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lang="en-US" dirty="0"/>
              <a:t>When we use </a:t>
            </a:r>
            <a:r>
              <a:rPr lang="en-US" b="1" dirty="0"/>
              <a:t>GROUP</a:t>
            </a:r>
            <a:r>
              <a:rPr lang="en-US" b="1" baseline="0" dirty="0"/>
              <a:t> BY </a:t>
            </a:r>
            <a:r>
              <a:rPr lang="en-US" baseline="0" dirty="0"/>
              <a:t>we can easily achieve distinct values. Grouping leaves only the unique combination of values.</a:t>
            </a:r>
            <a:endParaRPr lang="en-US" dirty="0"/>
          </a:p>
          <a:p>
            <a:pPr marL="0" marR="0" lvl="0" indent="0" algn="l" defTabSz="1218987" rtl="0" eaLnBrk="1" fontAlgn="auto" latinLnBrk="0" hangingPunct="1">
              <a:lnSpc>
                <a:spcPct val="100000"/>
              </a:lnSpc>
              <a:spcBef>
                <a:spcPts val="0"/>
              </a:spcBef>
              <a:spcAft>
                <a:spcPts val="0"/>
              </a:spcAft>
              <a:buClrTx/>
              <a:buSzTx/>
              <a:buFontTx/>
              <a:buNone/>
              <a:tabLst/>
              <a:defRPr/>
            </a:pPr>
            <a:endParaRPr lang="en-US" dirty="0"/>
          </a:p>
          <a:p>
            <a:pPr marL="0" marR="0" lvl="0" indent="0" algn="l" defTabSz="1218987" rtl="0" eaLnBrk="1" fontAlgn="auto" latinLnBrk="0" hangingPunct="1">
              <a:lnSpc>
                <a:spcPct val="100000"/>
              </a:lnSpc>
              <a:spcBef>
                <a:spcPts val="0"/>
              </a:spcBef>
              <a:spcAft>
                <a:spcPts val="0"/>
              </a:spcAft>
              <a:buClrTx/>
              <a:buSzTx/>
              <a:buFontTx/>
              <a:buNone/>
              <a:tabLst/>
              <a:defRPr/>
            </a:pPr>
            <a:r>
              <a:rPr lang="en-US" dirty="0"/>
              <a:t>Using</a:t>
            </a:r>
            <a:r>
              <a:rPr lang="en-US" baseline="0" dirty="0"/>
              <a:t> the keyword </a:t>
            </a:r>
            <a:r>
              <a:rPr lang="en-US" b="1" baseline="0" dirty="0"/>
              <a:t>DISTINCT</a:t>
            </a:r>
            <a:r>
              <a:rPr lang="en-US" baseline="0" dirty="0"/>
              <a:t> is another way to eliminate the duplicate values. It simplifies the syntax because we don’t have to write down every single column in the </a:t>
            </a:r>
            <a:r>
              <a:rPr lang="en-US" b="1" baseline="0" dirty="0"/>
              <a:t>GROUP BY </a:t>
            </a:r>
            <a:r>
              <a:rPr lang="en-US" baseline="0" dirty="0"/>
              <a:t>part.</a:t>
            </a:r>
            <a:endParaRPr lang="en-US" dirty="0"/>
          </a:p>
        </p:txBody>
      </p:sp>
      <p:sp>
        <p:nvSpPr>
          <p:cNvPr id="5" name="Slide Number Placeholder 4"/>
          <p:cNvSpPr>
            <a:spLocks noGrp="1"/>
          </p:cNvSpPr>
          <p:nvPr>
            <p:ph type="sldNum" sz="quarter" idx="11"/>
          </p:nvPr>
        </p:nvSpPr>
        <p:spPr/>
        <p:txBody>
          <a:bodyPr/>
          <a:lstStyle/>
          <a:p>
            <a:fld id="{3EBA5BD7-F043-4D1B-AA17-CD412FC534DE}" type="slidenum">
              <a:rPr lang="en-US" smtClean="0"/>
              <a:pPr/>
              <a:t>13</a:t>
            </a:fld>
            <a:endParaRPr lang="en-US" dirty="0"/>
          </a:p>
        </p:txBody>
      </p:sp>
      <p:sp>
        <p:nvSpPr>
          <p:cNvPr id="6" name="Footer Placeholder 7">
            <a:extLst>
              <a:ext uri="{FF2B5EF4-FFF2-40B4-BE49-F238E27FC236}">
                <a16:creationId xmlns:a16="http://schemas.microsoft.com/office/drawing/2014/main" id="{65B01D13-882D-4C61-83BD-BB9961A58A40}"/>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29942241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Контейнер за изображение на слайда 1"/>
          <p:cNvSpPr>
            <a:spLocks noGrp="1" noRot="1" noChangeAspect="1"/>
          </p:cNvSpPr>
          <p:nvPr>
            <p:ph type="sldImg"/>
          </p:nvPr>
        </p:nvSpPr>
        <p:spPr/>
      </p:sp>
      <p:sp>
        <p:nvSpPr>
          <p:cNvPr id="3" name="Контейнер за бележки 2"/>
          <p:cNvSpPr>
            <a:spLocks noGrp="1"/>
          </p:cNvSpPr>
          <p:nvPr>
            <p:ph type="body" idx="1"/>
          </p:nvPr>
        </p:nvSpPr>
        <p:spPr/>
        <p:txBody>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lang="en-US" noProof="1"/>
              <a:t>Use grouping to aggregate</a:t>
            </a:r>
            <a:r>
              <a:rPr lang="en-US" baseline="0" noProof="1"/>
              <a:t> data.  In order to achieve aggregation you need columns that will define the groups. In the case above we will use </a:t>
            </a:r>
            <a:r>
              <a:rPr lang="en-US" b="1" baseline="0" noProof="1">
                <a:latin typeface="Consolas" panose="020B0609020204030204" pitchFamily="49" charset="0"/>
              </a:rPr>
              <a:t>DepartmentID</a:t>
            </a:r>
            <a:r>
              <a:rPr lang="en-US" baseline="0" noProof="1"/>
              <a:t> for aggregation purposes. The column has 3 unique values: </a:t>
            </a:r>
            <a:r>
              <a:rPr lang="bg-BG" baseline="0" noProof="1"/>
              <a:t>"</a:t>
            </a:r>
            <a:r>
              <a:rPr lang="en-US" b="1" noProof="1">
                <a:latin typeface="Consolas" panose="020B0609020204030204" pitchFamily="49" charset="0"/>
              </a:rPr>
              <a:t>1</a:t>
            </a:r>
            <a:r>
              <a:rPr lang="bg-BG" baseline="0" noProof="1"/>
              <a:t>"</a:t>
            </a:r>
            <a:r>
              <a:rPr lang="en-US" baseline="0" noProof="1"/>
              <a:t>, </a:t>
            </a:r>
            <a:r>
              <a:rPr lang="bg-BG" baseline="0" noProof="1"/>
              <a:t>"</a:t>
            </a:r>
            <a:r>
              <a:rPr lang="en-US" b="1" noProof="1">
                <a:latin typeface="Consolas" panose="020B0609020204030204" pitchFamily="49" charset="0"/>
              </a:rPr>
              <a:t>2</a:t>
            </a:r>
            <a:r>
              <a:rPr lang="bg-BG" baseline="0" noProof="1"/>
              <a:t>"</a:t>
            </a:r>
            <a:r>
              <a:rPr lang="en-US" baseline="0" noProof="1"/>
              <a:t> and </a:t>
            </a:r>
            <a:r>
              <a:rPr lang="bg-BG" baseline="0" noProof="1"/>
              <a:t>"</a:t>
            </a:r>
            <a:r>
              <a:rPr lang="en-US" b="1" noProof="1">
                <a:latin typeface="Consolas" panose="020B0609020204030204" pitchFamily="49" charset="0"/>
              </a:rPr>
              <a:t>3</a:t>
            </a:r>
            <a:r>
              <a:rPr lang="bg-BG" baseline="0" noProof="1"/>
              <a:t>"</a:t>
            </a:r>
            <a:r>
              <a:rPr lang="en-US" baseline="0" noProof="1"/>
              <a:t>. Therefore, we will have 3 groups. Moreover, we can sum the salaries of the employees in those departments. If we add the </a:t>
            </a:r>
            <a:r>
              <a:rPr lang="en-US" b="1" baseline="0" noProof="1">
                <a:latin typeface="Consolas" panose="020B0609020204030204" pitchFamily="49" charset="0"/>
              </a:rPr>
              <a:t>Employee</a:t>
            </a:r>
            <a:r>
              <a:rPr lang="en-US" baseline="0" noProof="1"/>
              <a:t> column we will have 6 groups because we have 6 unique combinations of values.</a:t>
            </a:r>
            <a:endParaRPr lang="en-US" noProof="1"/>
          </a:p>
          <a:p>
            <a:endParaRPr lang="en-US" dirty="0"/>
          </a:p>
        </p:txBody>
      </p:sp>
      <p:sp>
        <p:nvSpPr>
          <p:cNvPr id="5" name="Контейнер за номер на слайда 4"/>
          <p:cNvSpPr>
            <a:spLocks noGrp="1"/>
          </p:cNvSpPr>
          <p:nvPr>
            <p:ph type="sldNum" sz="quarter" idx="11"/>
          </p:nvPr>
        </p:nvSpPr>
        <p:spPr/>
        <p:txBody>
          <a:bodyPr/>
          <a:lstStyle/>
          <a:p>
            <a:fld id="{3EBA5BD7-F043-4D1B-AA17-CD412FC534DE}" type="slidenum">
              <a:rPr lang="en-US" smtClean="0"/>
              <a:pPr/>
              <a:t>14</a:t>
            </a:fld>
            <a:endParaRPr lang="en-US" dirty="0"/>
          </a:p>
        </p:txBody>
      </p:sp>
      <p:sp>
        <p:nvSpPr>
          <p:cNvPr id="6" name="Footer Placeholder 7">
            <a:extLst>
              <a:ext uri="{FF2B5EF4-FFF2-40B4-BE49-F238E27FC236}">
                <a16:creationId xmlns:a16="http://schemas.microsoft.com/office/drawing/2014/main" id="{442FABA0-DFA9-494D-8005-33429131E606}"/>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40949953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SQL</a:t>
            </a:r>
            <a:r>
              <a:rPr lang="en-US" baseline="0" dirty="0"/>
              <a:t> provides the functionality by the statement </a:t>
            </a:r>
            <a:r>
              <a:rPr lang="en-US" b="1" baseline="0" dirty="0"/>
              <a:t>GROUP BY</a:t>
            </a:r>
            <a:r>
              <a:rPr lang="en-US" baseline="0" dirty="0"/>
              <a:t>. It is mandatory to have all the columns from the </a:t>
            </a:r>
            <a:r>
              <a:rPr lang="en-US" b="1" baseline="0" dirty="0"/>
              <a:t>SELECT</a:t>
            </a:r>
            <a:r>
              <a:rPr lang="en-US" baseline="0" dirty="0"/>
              <a:t> part in the </a:t>
            </a:r>
            <a:r>
              <a:rPr lang="en-US" b="0" baseline="0" dirty="0"/>
              <a:t>GROUP B</a:t>
            </a:r>
            <a:r>
              <a:rPr lang="en-US" b="1" baseline="0" dirty="0"/>
              <a:t>Y</a:t>
            </a:r>
            <a:r>
              <a:rPr lang="en-US" baseline="0" dirty="0"/>
              <a:t> part. On the other hand, it is possible to have columns in </a:t>
            </a:r>
            <a:r>
              <a:rPr lang="en-US" b="1" baseline="0" dirty="0"/>
              <a:t>GROUP BY </a:t>
            </a:r>
            <a:r>
              <a:rPr lang="en-US" baseline="0" dirty="0"/>
              <a:t>part but not in </a:t>
            </a:r>
            <a:r>
              <a:rPr lang="en-US" b="1" baseline="0" dirty="0"/>
              <a:t>SELECT</a:t>
            </a:r>
            <a:r>
              <a:rPr lang="en-US" baseline="0" dirty="0"/>
              <a:t> part. In this case the groups will be the same as if it was in the </a:t>
            </a:r>
            <a:r>
              <a:rPr lang="en-US" b="1" baseline="0" dirty="0"/>
              <a:t>SELECT</a:t>
            </a:r>
            <a:r>
              <a:rPr lang="en-US" baseline="0" dirty="0"/>
              <a:t> part but the missing columns </a:t>
            </a:r>
            <a:r>
              <a:rPr lang="en-US" baseline="0" dirty="0" err="1"/>
              <a:t>wouldn</a:t>
            </a:r>
            <a:r>
              <a:rPr lang="bg-BG" baseline="0" dirty="0"/>
              <a:t>'</a:t>
            </a:r>
            <a:r>
              <a:rPr lang="en-US" baseline="0" dirty="0"/>
              <a:t>t be visualized.</a:t>
            </a:r>
          </a:p>
          <a:p>
            <a:pPr marL="0" marR="0" lvl="0" indent="0" algn="l" defTabSz="1218987"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5" name="Slide Number Placeholder 4"/>
          <p:cNvSpPr>
            <a:spLocks noGrp="1"/>
          </p:cNvSpPr>
          <p:nvPr>
            <p:ph type="sldNum" sz="quarter" idx="11"/>
          </p:nvPr>
        </p:nvSpPr>
        <p:spPr/>
        <p:txBody>
          <a:bodyPr/>
          <a:lstStyle/>
          <a:p>
            <a:fld id="{3EBA5BD7-F043-4D1B-AA17-CD412FC534DE}" type="slidenum">
              <a:rPr lang="en-US" smtClean="0"/>
              <a:pPr/>
              <a:t>15</a:t>
            </a:fld>
            <a:endParaRPr lang="en-US" dirty="0"/>
          </a:p>
        </p:txBody>
      </p:sp>
      <p:sp>
        <p:nvSpPr>
          <p:cNvPr id="6" name="Footer Placeholder 7">
            <a:extLst>
              <a:ext uri="{FF2B5EF4-FFF2-40B4-BE49-F238E27FC236}">
                <a16:creationId xmlns:a16="http://schemas.microsoft.com/office/drawing/2014/main" id="{6611CE28-2CED-48DB-833A-208A170A112E}"/>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30187134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Контейнер за изображение на слайда 1"/>
          <p:cNvSpPr>
            <a:spLocks noGrp="1" noRot="1" noChangeAspect="1"/>
          </p:cNvSpPr>
          <p:nvPr>
            <p:ph type="sldImg"/>
          </p:nvPr>
        </p:nvSpPr>
        <p:spPr/>
      </p:sp>
      <p:sp>
        <p:nvSpPr>
          <p:cNvPr id="3" name="Контейнер за бележки 2"/>
          <p:cNvSpPr>
            <a:spLocks noGrp="1"/>
          </p:cNvSpPr>
          <p:nvPr>
            <p:ph type="body" idx="1"/>
          </p:nvPr>
        </p:nvSpPr>
        <p:spPr/>
        <p:txBody>
          <a:bodyPr/>
          <a:lstStyle/>
          <a:p>
            <a:endParaRPr lang="en-US" dirty="0"/>
          </a:p>
        </p:txBody>
      </p:sp>
      <p:sp>
        <p:nvSpPr>
          <p:cNvPr id="5" name="Контейнер за номер на слайда 4"/>
          <p:cNvSpPr>
            <a:spLocks noGrp="1"/>
          </p:cNvSpPr>
          <p:nvPr>
            <p:ph type="sldNum" sz="quarter" idx="11"/>
          </p:nvPr>
        </p:nvSpPr>
        <p:spPr/>
        <p:txBody>
          <a:bodyPr/>
          <a:lstStyle/>
          <a:p>
            <a:fld id="{3EBA5BD7-F043-4D1B-AA17-CD412FC534DE}" type="slidenum">
              <a:rPr lang="en-US" smtClean="0"/>
              <a:pPr/>
              <a:t>17</a:t>
            </a:fld>
            <a:endParaRPr lang="en-US" dirty="0"/>
          </a:p>
        </p:txBody>
      </p:sp>
      <p:sp>
        <p:nvSpPr>
          <p:cNvPr id="6" name="Footer Placeholder 7">
            <a:extLst>
              <a:ext uri="{FF2B5EF4-FFF2-40B4-BE49-F238E27FC236}">
                <a16:creationId xmlns:a16="http://schemas.microsoft.com/office/drawing/2014/main" id="{C97D7DAD-4476-4997-A96F-BDA918593AB4}"/>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23503030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baseline="0" dirty="0"/>
              <a:t>If any of the values are </a:t>
            </a:r>
            <a:r>
              <a:rPr lang="en-US" b="1" baseline="0" dirty="0"/>
              <a:t>NULL</a:t>
            </a:r>
            <a:r>
              <a:rPr lang="en-US" baseline="0" dirty="0"/>
              <a:t> they are ignored. For example, if one the values is NULL and the other is 5,000 the </a:t>
            </a:r>
            <a:r>
              <a:rPr lang="en-US" b="1" baseline="0" dirty="0"/>
              <a:t>COUNT</a:t>
            </a:r>
            <a:r>
              <a:rPr lang="en-US" baseline="0" dirty="0"/>
              <a:t> will return 1 because it will ignore the </a:t>
            </a:r>
            <a:r>
              <a:rPr lang="en-US" b="1" baseline="0" dirty="0"/>
              <a:t>NULL</a:t>
            </a:r>
            <a:r>
              <a:rPr lang="en-US" baseline="0" dirty="0"/>
              <a:t> value. On the other hand, we can count everything by writing </a:t>
            </a:r>
            <a:r>
              <a:rPr lang="en-US" b="1" baseline="0" dirty="0"/>
              <a:t>COUNT(*)</a:t>
            </a:r>
            <a:r>
              <a:rPr lang="en-US" baseline="0" dirty="0"/>
              <a:t>. </a:t>
            </a:r>
            <a:endParaRPr lang="en-US" dirty="0"/>
          </a:p>
        </p:txBody>
      </p:sp>
      <p:sp>
        <p:nvSpPr>
          <p:cNvPr id="5" name="Slide Number Placeholder 4"/>
          <p:cNvSpPr>
            <a:spLocks noGrp="1"/>
          </p:cNvSpPr>
          <p:nvPr>
            <p:ph type="sldNum" sz="quarter" idx="11"/>
          </p:nvPr>
        </p:nvSpPr>
        <p:spPr/>
        <p:txBody>
          <a:bodyPr/>
          <a:lstStyle/>
          <a:p>
            <a:fld id="{3EBA5BD7-F043-4D1B-AA17-CD412FC534DE}" type="slidenum">
              <a:rPr lang="en-US" smtClean="0"/>
              <a:pPr/>
              <a:t>18</a:t>
            </a:fld>
            <a:endParaRPr lang="en-US" dirty="0"/>
          </a:p>
        </p:txBody>
      </p:sp>
      <p:sp>
        <p:nvSpPr>
          <p:cNvPr id="6" name="Footer Placeholder 7">
            <a:extLst>
              <a:ext uri="{FF2B5EF4-FFF2-40B4-BE49-F238E27FC236}">
                <a16:creationId xmlns:a16="http://schemas.microsoft.com/office/drawing/2014/main" id="{A275B31C-46FC-492B-BAEB-30B059D0C028}"/>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37699624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Slide Number Placeholder 4"/>
          <p:cNvSpPr>
            <a:spLocks noGrp="1"/>
          </p:cNvSpPr>
          <p:nvPr>
            <p:ph type="sldNum" sz="quarter" idx="11"/>
          </p:nvPr>
        </p:nvSpPr>
        <p:spPr/>
        <p:txBody>
          <a:bodyPr/>
          <a:lstStyle/>
          <a:p>
            <a:fld id="{3EBA5BD7-F043-4D1B-AA17-CD412FC534DE}" type="slidenum">
              <a:rPr lang="en-US" smtClean="0"/>
              <a:pPr/>
              <a:t>19</a:t>
            </a:fld>
            <a:endParaRPr lang="en-US" dirty="0"/>
          </a:p>
        </p:txBody>
      </p:sp>
      <p:sp>
        <p:nvSpPr>
          <p:cNvPr id="6" name="Footer Placeholder 7">
            <a:extLst>
              <a:ext uri="{FF2B5EF4-FFF2-40B4-BE49-F238E27FC236}">
                <a16:creationId xmlns:a16="http://schemas.microsoft.com/office/drawing/2014/main" id="{1F44B4E7-82BB-452A-9A97-96E40FCAF031}"/>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21754792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1218987" rtl="0" eaLnBrk="1" fontAlgn="auto" latinLnBrk="0" hangingPunct="1">
              <a:lnSpc>
                <a:spcPct val="100000"/>
              </a:lnSpc>
              <a:spcBef>
                <a:spcPts val="0"/>
              </a:spcBef>
              <a:spcAft>
                <a:spcPts val="0"/>
              </a:spcAft>
              <a:buClrTx/>
              <a:buSzTx/>
              <a:buFontTx/>
              <a:buNone/>
              <a:tabLst/>
              <a:defRPr/>
            </a:pPr>
            <a:endParaRPr lang="en-US" dirty="0"/>
          </a:p>
        </p:txBody>
      </p:sp>
      <p:sp>
        <p:nvSpPr>
          <p:cNvPr id="5" name="Slide Number Placeholder 4"/>
          <p:cNvSpPr>
            <a:spLocks noGrp="1"/>
          </p:cNvSpPr>
          <p:nvPr>
            <p:ph type="sldNum" sz="quarter" idx="11"/>
          </p:nvPr>
        </p:nvSpPr>
        <p:spPr/>
        <p:txBody>
          <a:bodyPr/>
          <a:lstStyle/>
          <a:p>
            <a:fld id="{3EBA5BD7-F043-4D1B-AA17-CD412FC534DE}" type="slidenum">
              <a:rPr lang="en-US" smtClean="0"/>
              <a:pPr/>
              <a:t>20</a:t>
            </a:fld>
            <a:endParaRPr lang="en-US" dirty="0"/>
          </a:p>
        </p:txBody>
      </p:sp>
      <p:sp>
        <p:nvSpPr>
          <p:cNvPr id="6" name="Footer Placeholder 7">
            <a:extLst>
              <a:ext uri="{FF2B5EF4-FFF2-40B4-BE49-F238E27FC236}">
                <a16:creationId xmlns:a16="http://schemas.microsoft.com/office/drawing/2014/main" id="{9322CA38-C7E2-4F25-BDB3-AC948F416BED}"/>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38479652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Slide Number Placeholder 4"/>
          <p:cNvSpPr>
            <a:spLocks noGrp="1"/>
          </p:cNvSpPr>
          <p:nvPr>
            <p:ph type="sldNum" sz="quarter" idx="11"/>
          </p:nvPr>
        </p:nvSpPr>
        <p:spPr/>
        <p:txBody>
          <a:bodyPr/>
          <a:lstStyle/>
          <a:p>
            <a:fld id="{3EBA5BD7-F043-4D1B-AA17-CD412FC534DE}" type="slidenum">
              <a:rPr lang="en-US" smtClean="0"/>
              <a:pPr/>
              <a:t>21</a:t>
            </a:fld>
            <a:endParaRPr lang="en-US" dirty="0"/>
          </a:p>
        </p:txBody>
      </p:sp>
      <p:sp>
        <p:nvSpPr>
          <p:cNvPr id="6" name="Footer Placeholder 7">
            <a:extLst>
              <a:ext uri="{FF2B5EF4-FFF2-40B4-BE49-F238E27FC236}">
                <a16:creationId xmlns:a16="http://schemas.microsoft.com/office/drawing/2014/main" id="{998D1CC9-80A3-4013-9622-19589D284B88}"/>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23667892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b="1" baseline="0" dirty="0"/>
              <a:t>NULL</a:t>
            </a:r>
            <a:r>
              <a:rPr lang="en-US" b="0" baseline="0" dirty="0"/>
              <a:t>s </a:t>
            </a:r>
            <a:r>
              <a:rPr lang="en-US" baseline="0" dirty="0"/>
              <a:t>are ignored again. </a:t>
            </a:r>
            <a:endParaRPr lang="en-US" dirty="0"/>
          </a:p>
        </p:txBody>
      </p:sp>
      <p:sp>
        <p:nvSpPr>
          <p:cNvPr id="5" name="Slide Number Placeholder 4"/>
          <p:cNvSpPr>
            <a:spLocks noGrp="1"/>
          </p:cNvSpPr>
          <p:nvPr>
            <p:ph type="sldNum" sz="quarter" idx="11"/>
          </p:nvPr>
        </p:nvSpPr>
        <p:spPr/>
        <p:txBody>
          <a:bodyPr/>
          <a:lstStyle/>
          <a:p>
            <a:fld id="{3EBA5BD7-F043-4D1B-AA17-CD412FC534DE}" type="slidenum">
              <a:rPr lang="en-US" smtClean="0"/>
              <a:pPr/>
              <a:t>22</a:t>
            </a:fld>
            <a:endParaRPr lang="en-US" dirty="0"/>
          </a:p>
        </p:txBody>
      </p:sp>
      <p:sp>
        <p:nvSpPr>
          <p:cNvPr id="6" name="Footer Placeholder 7">
            <a:extLst>
              <a:ext uri="{FF2B5EF4-FFF2-40B4-BE49-F238E27FC236}">
                <a16:creationId xmlns:a16="http://schemas.microsoft.com/office/drawing/2014/main" id="{9346B5C2-9481-4394-9E89-8656FBB3B1F0}"/>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39487834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Slide Number Placeholder 4"/>
          <p:cNvSpPr>
            <a:spLocks noGrp="1"/>
          </p:cNvSpPr>
          <p:nvPr>
            <p:ph type="sldNum" sz="quarter" idx="11"/>
          </p:nvPr>
        </p:nvSpPr>
        <p:spPr/>
        <p:txBody>
          <a:bodyPr/>
          <a:lstStyle/>
          <a:p>
            <a:fld id="{3EBA5BD7-F043-4D1B-AA17-CD412FC534DE}" type="slidenum">
              <a:rPr lang="en-US" smtClean="0"/>
              <a:pPr/>
              <a:t>23</a:t>
            </a:fld>
            <a:endParaRPr lang="en-US" dirty="0"/>
          </a:p>
        </p:txBody>
      </p:sp>
      <p:sp>
        <p:nvSpPr>
          <p:cNvPr id="6" name="Footer Placeholder 7">
            <a:extLst>
              <a:ext uri="{FF2B5EF4-FFF2-40B4-BE49-F238E27FC236}">
                <a16:creationId xmlns:a16="http://schemas.microsoft.com/office/drawing/2014/main" id="{5F9AFDD7-66ED-478F-BCF5-8E7969A0562F}"/>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17910240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1218987" rtl="0" eaLnBrk="1" fontAlgn="auto" latinLnBrk="0" hangingPunct="1">
              <a:lnSpc>
                <a:spcPct val="100000"/>
              </a:lnSpc>
              <a:spcBef>
                <a:spcPts val="0"/>
              </a:spcBef>
              <a:spcAft>
                <a:spcPts val="0"/>
              </a:spcAft>
              <a:buClrTx/>
              <a:buSzTx/>
              <a:buFontTx/>
              <a:buNone/>
              <a:tabLst/>
              <a:defRPr/>
            </a:pPr>
            <a:endParaRPr lang="en-US" dirty="0"/>
          </a:p>
        </p:txBody>
      </p:sp>
      <p:sp>
        <p:nvSpPr>
          <p:cNvPr id="5" name="Slide Number Placeholder 4"/>
          <p:cNvSpPr>
            <a:spLocks noGrp="1"/>
          </p:cNvSpPr>
          <p:nvPr>
            <p:ph type="sldNum" sz="quarter" idx="11"/>
          </p:nvPr>
        </p:nvSpPr>
        <p:spPr/>
        <p:txBody>
          <a:bodyPr/>
          <a:lstStyle/>
          <a:p>
            <a:fld id="{3EBA5BD7-F043-4D1B-AA17-CD412FC534DE}" type="slidenum">
              <a:rPr lang="en-US" smtClean="0"/>
              <a:pPr/>
              <a:t>24</a:t>
            </a:fld>
            <a:endParaRPr lang="en-US" dirty="0"/>
          </a:p>
        </p:txBody>
      </p:sp>
      <p:sp>
        <p:nvSpPr>
          <p:cNvPr id="6" name="Footer Placeholder 7">
            <a:extLst>
              <a:ext uri="{FF2B5EF4-FFF2-40B4-BE49-F238E27FC236}">
                <a16:creationId xmlns:a16="http://schemas.microsoft.com/office/drawing/2014/main" id="{76AB6F90-33F9-4D32-8C1D-872FE1C0D99E}"/>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30707657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Slide Number Placeholder 4"/>
          <p:cNvSpPr>
            <a:spLocks noGrp="1"/>
          </p:cNvSpPr>
          <p:nvPr>
            <p:ph type="sldNum" sz="quarter" idx="11"/>
          </p:nvPr>
        </p:nvSpPr>
        <p:spPr/>
        <p:txBody>
          <a:bodyPr/>
          <a:lstStyle/>
          <a:p>
            <a:fld id="{3EBA5BD7-F043-4D1B-AA17-CD412FC534DE}" type="slidenum">
              <a:rPr lang="en-US" smtClean="0"/>
              <a:pPr/>
              <a:t>25</a:t>
            </a:fld>
            <a:endParaRPr lang="en-US" dirty="0"/>
          </a:p>
        </p:txBody>
      </p:sp>
      <p:sp>
        <p:nvSpPr>
          <p:cNvPr id="6" name="Footer Placeholder 7">
            <a:extLst>
              <a:ext uri="{FF2B5EF4-FFF2-40B4-BE49-F238E27FC236}">
                <a16:creationId xmlns:a16="http://schemas.microsoft.com/office/drawing/2014/main" id="{9469C6BB-5551-4D54-B75E-7E3E1B8A5B3A}"/>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32827840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1218987" rtl="0" eaLnBrk="1" fontAlgn="auto" latinLnBrk="0" hangingPunct="1">
              <a:lnSpc>
                <a:spcPct val="100000"/>
              </a:lnSpc>
              <a:spcBef>
                <a:spcPts val="0"/>
              </a:spcBef>
              <a:spcAft>
                <a:spcPts val="0"/>
              </a:spcAft>
              <a:buClrTx/>
              <a:buSzTx/>
              <a:buFontTx/>
              <a:buNone/>
              <a:tabLst/>
              <a:defRPr/>
            </a:pPr>
            <a:endParaRPr lang="en-US" dirty="0"/>
          </a:p>
        </p:txBody>
      </p:sp>
      <p:sp>
        <p:nvSpPr>
          <p:cNvPr id="5" name="Slide Number Placeholder 4"/>
          <p:cNvSpPr>
            <a:spLocks noGrp="1"/>
          </p:cNvSpPr>
          <p:nvPr>
            <p:ph type="sldNum" sz="quarter" idx="11"/>
          </p:nvPr>
        </p:nvSpPr>
        <p:spPr/>
        <p:txBody>
          <a:bodyPr/>
          <a:lstStyle/>
          <a:p>
            <a:fld id="{3EBA5BD7-F043-4D1B-AA17-CD412FC534DE}" type="slidenum">
              <a:rPr lang="en-US" smtClean="0"/>
              <a:pPr/>
              <a:t>26</a:t>
            </a:fld>
            <a:endParaRPr lang="en-US" dirty="0"/>
          </a:p>
        </p:txBody>
      </p:sp>
      <p:sp>
        <p:nvSpPr>
          <p:cNvPr id="6" name="Footer Placeholder 7">
            <a:extLst>
              <a:ext uri="{FF2B5EF4-FFF2-40B4-BE49-F238E27FC236}">
                <a16:creationId xmlns:a16="http://schemas.microsoft.com/office/drawing/2014/main" id="{79D4E9A8-DC06-4CF6-99B3-9A73481D6E16}"/>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23006790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Slide Number Placeholder 4"/>
          <p:cNvSpPr>
            <a:spLocks noGrp="1"/>
          </p:cNvSpPr>
          <p:nvPr>
            <p:ph type="sldNum" sz="quarter" idx="11"/>
          </p:nvPr>
        </p:nvSpPr>
        <p:spPr/>
        <p:txBody>
          <a:bodyPr/>
          <a:lstStyle/>
          <a:p>
            <a:fld id="{3EBA5BD7-F043-4D1B-AA17-CD412FC534DE}" type="slidenum">
              <a:rPr lang="en-US" smtClean="0"/>
              <a:pPr/>
              <a:t>27</a:t>
            </a:fld>
            <a:endParaRPr lang="en-US" dirty="0"/>
          </a:p>
        </p:txBody>
      </p:sp>
      <p:sp>
        <p:nvSpPr>
          <p:cNvPr id="6" name="Footer Placeholder 7">
            <a:extLst>
              <a:ext uri="{FF2B5EF4-FFF2-40B4-BE49-F238E27FC236}">
                <a16:creationId xmlns:a16="http://schemas.microsoft.com/office/drawing/2014/main" id="{8AEDE46F-F22B-4D50-8BCA-8F8C72EB8B1D}"/>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26943205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1218987" rtl="0" eaLnBrk="1" fontAlgn="auto" latinLnBrk="0" hangingPunct="1">
              <a:lnSpc>
                <a:spcPct val="100000"/>
              </a:lnSpc>
              <a:spcBef>
                <a:spcPts val="0"/>
              </a:spcBef>
              <a:spcAft>
                <a:spcPts val="0"/>
              </a:spcAft>
              <a:buClrTx/>
              <a:buSzTx/>
              <a:buFontTx/>
              <a:buNone/>
              <a:tabLst/>
              <a:defRPr/>
            </a:pPr>
            <a:endParaRPr lang="en-US" dirty="0"/>
          </a:p>
        </p:txBody>
      </p:sp>
      <p:sp>
        <p:nvSpPr>
          <p:cNvPr id="5" name="Slide Number Placeholder 4"/>
          <p:cNvSpPr>
            <a:spLocks noGrp="1"/>
          </p:cNvSpPr>
          <p:nvPr>
            <p:ph type="sldNum" sz="quarter" idx="11"/>
          </p:nvPr>
        </p:nvSpPr>
        <p:spPr/>
        <p:txBody>
          <a:bodyPr/>
          <a:lstStyle/>
          <a:p>
            <a:fld id="{3EBA5BD7-F043-4D1B-AA17-CD412FC534DE}" type="slidenum">
              <a:rPr lang="en-US" smtClean="0"/>
              <a:pPr/>
              <a:t>28</a:t>
            </a:fld>
            <a:endParaRPr lang="en-US" dirty="0"/>
          </a:p>
        </p:txBody>
      </p:sp>
      <p:sp>
        <p:nvSpPr>
          <p:cNvPr id="6" name="Footer Placeholder 7">
            <a:extLst>
              <a:ext uri="{FF2B5EF4-FFF2-40B4-BE49-F238E27FC236}">
                <a16:creationId xmlns:a16="http://schemas.microsoft.com/office/drawing/2014/main" id="{E57A5B1D-E9E3-441B-800A-EA008F7CC387}"/>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19083812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Контейнер за изображение на слайда 1"/>
          <p:cNvSpPr>
            <a:spLocks noGrp="1" noRot="1" noChangeAspect="1"/>
          </p:cNvSpPr>
          <p:nvPr>
            <p:ph type="sldImg"/>
          </p:nvPr>
        </p:nvSpPr>
        <p:spPr/>
      </p:sp>
      <p:sp>
        <p:nvSpPr>
          <p:cNvPr id="3" name="Контейнер за бележки 2"/>
          <p:cNvSpPr>
            <a:spLocks noGrp="1"/>
          </p:cNvSpPr>
          <p:nvPr>
            <p:ph type="body" idx="1"/>
          </p:nvPr>
        </p:nvSpPr>
        <p:spPr/>
        <p:txBody>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lang="en-US" dirty="0"/>
              <a:t>The</a:t>
            </a:r>
            <a:r>
              <a:rPr lang="en-US" baseline="0" dirty="0"/>
              <a:t> </a:t>
            </a:r>
            <a:r>
              <a:rPr lang="en-US" b="1" baseline="0" dirty="0"/>
              <a:t>HAVING</a:t>
            </a:r>
            <a:r>
              <a:rPr lang="en-US" baseline="0" dirty="0"/>
              <a:t> clause is used to filter data based on aggregate values. This means that we cannot use it without grouping before that. Unlike </a:t>
            </a:r>
            <a:r>
              <a:rPr lang="en-US" b="1" baseline="0" dirty="0"/>
              <a:t>HAVING</a:t>
            </a:r>
            <a:r>
              <a:rPr lang="en-US" baseline="0" dirty="0"/>
              <a:t>, the </a:t>
            </a:r>
            <a:r>
              <a:rPr lang="en-US" b="1" baseline="0" dirty="0"/>
              <a:t>WHERE</a:t>
            </a:r>
            <a:r>
              <a:rPr lang="en-US" baseline="0" dirty="0"/>
              <a:t> clause filters rows before the aggregation happens.</a:t>
            </a:r>
            <a:endParaRPr lang="en-US" dirty="0"/>
          </a:p>
          <a:p>
            <a:endParaRPr lang="en-US" dirty="0"/>
          </a:p>
        </p:txBody>
      </p:sp>
      <p:sp>
        <p:nvSpPr>
          <p:cNvPr id="5" name="Контейнер за номер на слайда 4"/>
          <p:cNvSpPr>
            <a:spLocks noGrp="1"/>
          </p:cNvSpPr>
          <p:nvPr>
            <p:ph type="sldNum" sz="quarter" idx="11"/>
          </p:nvPr>
        </p:nvSpPr>
        <p:spPr/>
        <p:txBody>
          <a:bodyPr/>
          <a:lstStyle/>
          <a:p>
            <a:fld id="{3EBA5BD7-F043-4D1B-AA17-CD412FC534DE}" type="slidenum">
              <a:rPr lang="en-US" smtClean="0"/>
              <a:pPr/>
              <a:t>29</a:t>
            </a:fld>
            <a:endParaRPr lang="en-US" dirty="0"/>
          </a:p>
        </p:txBody>
      </p:sp>
      <p:sp>
        <p:nvSpPr>
          <p:cNvPr id="6" name="Footer Placeholder 7">
            <a:extLst>
              <a:ext uri="{FF2B5EF4-FFF2-40B4-BE49-F238E27FC236}">
                <a16:creationId xmlns:a16="http://schemas.microsoft.com/office/drawing/2014/main" id="{1BDE0815-E483-4D09-9757-C50198F2C6AA}"/>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6429949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1218987" rtl="0" eaLnBrk="1" fontAlgn="auto" latinLnBrk="0" hangingPunct="1">
              <a:lnSpc>
                <a:spcPct val="100000"/>
              </a:lnSpc>
              <a:spcBef>
                <a:spcPts val="0"/>
              </a:spcBef>
              <a:spcAft>
                <a:spcPts val="0"/>
              </a:spcAft>
              <a:buClrTx/>
              <a:buSzTx/>
              <a:buFontTx/>
              <a:buNone/>
              <a:tabLst/>
              <a:defRPr/>
            </a:pPr>
            <a:endParaRPr lang="en-US" dirty="0"/>
          </a:p>
        </p:txBody>
      </p:sp>
      <p:sp>
        <p:nvSpPr>
          <p:cNvPr id="5" name="Slide Number Placeholder 4"/>
          <p:cNvSpPr>
            <a:spLocks noGrp="1"/>
          </p:cNvSpPr>
          <p:nvPr>
            <p:ph type="sldNum" sz="quarter" idx="11"/>
          </p:nvPr>
        </p:nvSpPr>
        <p:spPr/>
        <p:txBody>
          <a:bodyPr/>
          <a:lstStyle/>
          <a:p>
            <a:fld id="{3EBA5BD7-F043-4D1B-AA17-CD412FC534DE}" type="slidenum">
              <a:rPr lang="en-US" smtClean="0"/>
              <a:pPr/>
              <a:t>30</a:t>
            </a:fld>
            <a:endParaRPr lang="en-US" dirty="0"/>
          </a:p>
        </p:txBody>
      </p:sp>
      <p:sp>
        <p:nvSpPr>
          <p:cNvPr id="6" name="Footer Placeholder 7">
            <a:extLst>
              <a:ext uri="{FF2B5EF4-FFF2-40B4-BE49-F238E27FC236}">
                <a16:creationId xmlns:a16="http://schemas.microsoft.com/office/drawing/2014/main" id="{636FB8BE-2DF6-4DD0-9823-F47514FA26D7}"/>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32145079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1218987" rtl="0" eaLnBrk="1" fontAlgn="auto" latinLnBrk="0" hangingPunct="1">
              <a:lnSpc>
                <a:spcPct val="100000"/>
              </a:lnSpc>
              <a:spcBef>
                <a:spcPts val="0"/>
              </a:spcBef>
              <a:spcAft>
                <a:spcPts val="0"/>
              </a:spcAft>
              <a:buClrTx/>
              <a:buSzTx/>
              <a:buFontTx/>
              <a:buNone/>
              <a:tabLst/>
              <a:defRPr/>
            </a:pPr>
            <a:endParaRPr lang="en-US" dirty="0"/>
          </a:p>
        </p:txBody>
      </p:sp>
      <p:sp>
        <p:nvSpPr>
          <p:cNvPr id="5" name="Slide Number Placeholder 4"/>
          <p:cNvSpPr>
            <a:spLocks noGrp="1"/>
          </p:cNvSpPr>
          <p:nvPr>
            <p:ph type="sldNum" sz="quarter" idx="11"/>
          </p:nvPr>
        </p:nvSpPr>
        <p:spPr/>
        <p:txBody>
          <a:bodyPr/>
          <a:lstStyle/>
          <a:p>
            <a:fld id="{3EBA5BD7-F043-4D1B-AA17-CD412FC534DE}" type="slidenum">
              <a:rPr lang="en-US" smtClean="0"/>
              <a:pPr/>
              <a:t>31</a:t>
            </a:fld>
            <a:endParaRPr lang="en-US" dirty="0"/>
          </a:p>
        </p:txBody>
      </p:sp>
      <p:sp>
        <p:nvSpPr>
          <p:cNvPr id="6" name="Footer Placeholder 7">
            <a:extLst>
              <a:ext uri="{FF2B5EF4-FFF2-40B4-BE49-F238E27FC236}">
                <a16:creationId xmlns:a16="http://schemas.microsoft.com/office/drawing/2014/main" id="{47E3CC55-DF2E-4210-B3ED-FA5E069EF79A}"/>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31768715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Slide Number Placeholder 4"/>
          <p:cNvSpPr>
            <a:spLocks noGrp="1"/>
          </p:cNvSpPr>
          <p:nvPr>
            <p:ph type="sldNum" sz="quarter" idx="11"/>
          </p:nvPr>
        </p:nvSpPr>
        <p:spPr/>
        <p:txBody>
          <a:bodyPr/>
          <a:lstStyle/>
          <a:p>
            <a:fld id="{3EBA5BD7-F043-4D1B-AA17-CD412FC534DE}" type="slidenum">
              <a:rPr lang="en-US" smtClean="0"/>
              <a:pPr/>
              <a:t>32</a:t>
            </a:fld>
            <a:endParaRPr lang="en-US" dirty="0"/>
          </a:p>
        </p:txBody>
      </p:sp>
      <p:sp>
        <p:nvSpPr>
          <p:cNvPr id="6" name="Footer Placeholder 7">
            <a:extLst>
              <a:ext uri="{FF2B5EF4-FFF2-40B4-BE49-F238E27FC236}">
                <a16:creationId xmlns:a16="http://schemas.microsoft.com/office/drawing/2014/main" id="{1DD92E64-EA1F-4A88-91F0-DD969AE0CF74}"/>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37975277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BA5BD7-F043-4D1B-AA17-CD412FC534D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Footer Placeholder 7">
            <a:extLst>
              <a:ext uri="{FF2B5EF4-FFF2-40B4-BE49-F238E27FC236}">
                <a16:creationId xmlns:a16="http://schemas.microsoft.com/office/drawing/2014/main" id="{74BEC2B7-2F20-4DB4-A8FF-82D0A475FCDC}"/>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34085798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7" name="Slide Number Placeholder 5">
            <a:extLst>
              <a:ext uri="{FF2B5EF4-FFF2-40B4-BE49-F238E27FC236}">
                <a16:creationId xmlns:a16="http://schemas.microsoft.com/office/drawing/2014/main" id="{5D1C0779-821B-433B-AB3A-0953EE966C7E}"/>
              </a:ext>
            </a:extLst>
          </p:cNvPr>
          <p:cNvSpPr txBox="1">
            <a:spLocks/>
          </p:cNvSpPr>
          <p:nvPr/>
        </p:nvSpPr>
        <p:spPr>
          <a:xfrm>
            <a:off x="6488999" y="8847000"/>
            <a:ext cx="367414" cy="297000"/>
          </a:xfrm>
          <a:prstGeom prst="rect">
            <a:avLst/>
          </a:prstGeom>
        </p:spPr>
        <p:txBody>
          <a:bodyPr vert="horz" lIns="91440" tIns="45720" rIns="91440" bIns="45720" rtlCol="0" anchor="b"/>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BA5BD7-F043-4D1B-AA17-CD412FC534DE}" type="slidenum">
              <a:rPr lang="en-US" smtClean="0"/>
              <a:pPr/>
              <a:t>35</a:t>
            </a:fld>
            <a:endParaRPr lang="en-US" dirty="0"/>
          </a:p>
        </p:txBody>
      </p:sp>
      <p:sp>
        <p:nvSpPr>
          <p:cNvPr id="6" name="Footer Placeholder 7">
            <a:extLst>
              <a:ext uri="{FF2B5EF4-FFF2-40B4-BE49-F238E27FC236}">
                <a16:creationId xmlns:a16="http://schemas.microsoft.com/office/drawing/2014/main" id="{A9A7C335-AD03-4098-8DE5-9C890185A365}"/>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8588909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6" name="Slide Number Placeholder 5">
            <a:extLst>
              <a:ext uri="{FF2B5EF4-FFF2-40B4-BE49-F238E27FC236}">
                <a16:creationId xmlns:a16="http://schemas.microsoft.com/office/drawing/2014/main" id="{6627548A-4D3C-449B-81A5-FA4BE4628490}"/>
              </a:ext>
            </a:extLst>
          </p:cNvPr>
          <p:cNvSpPr txBox="1">
            <a:spLocks/>
          </p:cNvSpPr>
          <p:nvPr/>
        </p:nvSpPr>
        <p:spPr>
          <a:xfrm>
            <a:off x="6488999" y="8847000"/>
            <a:ext cx="367414" cy="297000"/>
          </a:xfrm>
          <a:prstGeom prst="rect">
            <a:avLst/>
          </a:prstGeom>
        </p:spPr>
        <p:txBody>
          <a:bodyPr vert="horz" lIns="91440" tIns="45720" rIns="91440" bIns="45720" rtlCol="0" anchor="b"/>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BA5BD7-F043-4D1B-AA17-CD412FC534DE}" type="slidenum">
              <a:rPr lang="en-US" smtClean="0"/>
              <a:pPr/>
              <a:t>36</a:t>
            </a:fld>
            <a:endParaRPr lang="en-US" dirty="0"/>
          </a:p>
        </p:txBody>
      </p:sp>
      <p:sp>
        <p:nvSpPr>
          <p:cNvPr id="7" name="Footer Placeholder 7">
            <a:extLst>
              <a:ext uri="{FF2B5EF4-FFF2-40B4-BE49-F238E27FC236}">
                <a16:creationId xmlns:a16="http://schemas.microsoft.com/office/drawing/2014/main" id="{B31FF646-1D2D-4FD7-A4DA-768920F02A93}"/>
              </a:ext>
            </a:extLst>
          </p:cNvPr>
          <p:cNvSpPr>
            <a:spLocks noGrp="1"/>
          </p:cNvSpPr>
          <p:nvPr>
            <p:ph type="ftr" sz="quarter" idx="4"/>
          </p:nvPr>
        </p:nvSpPr>
        <p:spPr>
          <a:xfrm>
            <a:off x="-1" y="8847000"/>
            <a:ext cx="6488999" cy="297000"/>
          </a:xfrm>
          <a:prstGeom prst="rect">
            <a:avLst/>
          </a:prstGeom>
        </p:spPr>
        <p:txBody>
          <a:bodyPr vert="horz" lIns="91440" tIns="45720" rIns="91440" bIns="45720" rtlCol="0" anchor="b"/>
          <a:lstStyle>
            <a:lvl1pPr algn="l">
              <a:defRPr sz="1100"/>
            </a:lvl1pPr>
          </a:lstStyle>
          <a:p>
            <a:r>
              <a:rPr lang="en-US" dirty="0"/>
              <a:t>© SoftUni – </a:t>
            </a:r>
            <a:r>
              <a:rPr lang="en-US" u="sng" dirty="0">
                <a:hlinkClick r:id="rId3"/>
              </a:rPr>
              <a:t>https://softuni.org</a:t>
            </a:r>
            <a:r>
              <a:rPr lang="en-US" dirty="0"/>
              <a:t>. Copyrighted document. Unauthorized copy or reproduction is not permitted.</a:t>
            </a:r>
          </a:p>
        </p:txBody>
      </p:sp>
    </p:spTree>
    <p:extLst>
      <p:ext uri="{BB962C8B-B14F-4D97-AF65-F5344CB8AC3E}">
        <p14:creationId xmlns:p14="http://schemas.microsoft.com/office/powerpoint/2010/main" val="33813267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hyperlink" Target="https://softuni.org/" TargetMode="Externa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hyperlink" Target="https://about.softuni.bg/" TargetMode="External"/><Relationship Id="rId1" Type="http://schemas.openxmlformats.org/officeDocument/2006/relationships/slideMaster" Target="../slideMasters/slideMaster1.xml"/><Relationship Id="rId6" Type="http://schemas.openxmlformats.org/officeDocument/2006/relationships/image" Target="../media/image11.png"/><Relationship Id="rId11" Type="http://schemas.openxmlformats.org/officeDocument/2006/relationships/image" Target="../media/image4.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Layouts/_rels/slideLayout12.xml.rels><?xml version="1.0" encoding="UTF-8" standalone="yes"?>
<Relationships xmlns="http://schemas.openxmlformats.org/package/2006/relationships"><Relationship Id="rId8" Type="http://schemas.openxmlformats.org/officeDocument/2006/relationships/hyperlink" Target="https://softuni.foundation/" TargetMode="External"/><Relationship Id="rId3" Type="http://schemas.openxmlformats.org/officeDocument/2006/relationships/image" Target="../media/image16.png"/><Relationship Id="rId7" Type="http://schemas.openxmlformats.org/officeDocument/2006/relationships/image" Target="../media/image18.png"/><Relationship Id="rId2" Type="http://schemas.openxmlformats.org/officeDocument/2006/relationships/hyperlink" Target="https://www.facebook.com/SoftwareUniversity" TargetMode="External"/><Relationship Id="rId1" Type="http://schemas.openxmlformats.org/officeDocument/2006/relationships/slideMaster" Target="../slideMasters/slideMaster1.xml"/><Relationship Id="rId6" Type="http://schemas.openxmlformats.org/officeDocument/2006/relationships/hyperlink" Target="https://softuni.bg/" TargetMode="External"/><Relationship Id="rId5" Type="http://schemas.openxmlformats.org/officeDocument/2006/relationships/image" Target="../media/image17.png"/><Relationship Id="rId10" Type="http://schemas.openxmlformats.org/officeDocument/2006/relationships/image" Target="../media/image5.png"/><Relationship Id="rId4" Type="http://schemas.openxmlformats.org/officeDocument/2006/relationships/hyperlink" Target="https://softuni.org/" TargetMode="External"/><Relationship Id="rId9" Type="http://schemas.openxmlformats.org/officeDocument/2006/relationships/hyperlink" Target="https://forum.softuni.bg/" TargetMode="Externa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resentation Title Slide">
    <p:spTree>
      <p:nvGrpSpPr>
        <p:cNvPr id="1" name=""/>
        <p:cNvGrpSpPr/>
        <p:nvPr/>
      </p:nvGrpSpPr>
      <p:grpSpPr>
        <a:xfrm>
          <a:off x="0" y="0"/>
          <a:ext cx="0" cy="0"/>
          <a:chOff x="0" y="0"/>
          <a:chExt cx="0" cy="0"/>
        </a:xfrm>
      </p:grpSpPr>
      <p:sp>
        <p:nvSpPr>
          <p:cNvPr id="16" name="Rectangle Bottom">
            <a:extLst>
              <a:ext uri="{FF2B5EF4-FFF2-40B4-BE49-F238E27FC236}">
                <a16:creationId xmlns:a16="http://schemas.microsoft.com/office/drawing/2014/main" id="{6854D183-0374-4B3E-B2CE-32F308A81591}"/>
              </a:ext>
            </a:extLst>
          </p:cNvPr>
          <p:cNvSpPr/>
          <p:nvPr/>
        </p:nvSpPr>
        <p:spPr>
          <a:xfrm>
            <a:off x="0" y="6702676"/>
            <a:ext cx="12195176" cy="15532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pic>
        <p:nvPicPr>
          <p:cNvPr id="14" name="Picture Logo SoftUni" descr="SoftUni logo">
            <a:extLst>
              <a:ext uri="{FF2B5EF4-FFF2-40B4-BE49-F238E27FC236}">
                <a16:creationId xmlns:a16="http://schemas.microsoft.com/office/drawing/2014/main" id="{C4D6B2A2-DFF0-4712-BFEC-6676BEC99FEC}"/>
              </a:ext>
            </a:extLst>
          </p:cNvPr>
          <p:cNvPicPr>
            <a:picLocks noChangeAspect="1"/>
          </p:cNvPicPr>
          <p:nvPr userDrawn="1"/>
        </p:nvPicPr>
        <p:blipFill>
          <a:blip r:embed="rId2" cstate="hq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324460" y="5184000"/>
            <a:ext cx="3751540" cy="1297655"/>
          </a:xfrm>
          <a:prstGeom prst="rect">
            <a:avLst/>
          </a:prstGeom>
        </p:spPr>
      </p:pic>
      <p:sp>
        <p:nvSpPr>
          <p:cNvPr id="31" name="Text Placeholder Company Site">
            <a:extLst>
              <a:ext uri="{FF2B5EF4-FFF2-40B4-BE49-F238E27FC236}">
                <a16:creationId xmlns:a16="http://schemas.microsoft.com/office/drawing/2014/main" id="{3E6B87B7-9D33-4EBB-BD4F-C0436BA3FD72}"/>
              </a:ext>
            </a:extLst>
          </p:cNvPr>
          <p:cNvSpPr>
            <a:spLocks noGrp="1"/>
          </p:cNvSpPr>
          <p:nvPr>
            <p:ph type="body" sz="quarter" idx="18" hasCustomPrompt="1"/>
          </p:nvPr>
        </p:nvSpPr>
        <p:spPr bwMode="auto">
          <a:xfrm>
            <a:off x="8708505" y="6130863"/>
            <a:ext cx="2951518" cy="341556"/>
          </a:xfrm>
          <a:prstGeom prst="rect">
            <a:avLst/>
          </a:prstGeom>
          <a:noFill/>
          <a:effectLst/>
        </p:spPr>
        <p:txBody>
          <a:bodyPr wrap="square" lIns="36000" tIns="36000" rIns="36000" bIns="36000" rtlCol="0" anchor="ctr" anchorCtr="0">
            <a:noAutofit/>
          </a:bodyPr>
          <a:lstStyle>
            <a:lvl1pPr marL="0" indent="0" algn="r" rtl="0" fontAlgn="base" latinLnBrk="0">
              <a:spcBef>
                <a:spcPct val="0"/>
              </a:spcBef>
              <a:spcAft>
                <a:spcPct val="0"/>
              </a:spcAft>
              <a:buNone/>
              <a:defRPr lang="en-US" sz="1798" b="1" kern="1200" dirty="0" smtClean="0">
                <a:solidFill>
                  <a:schemeClr val="tx1">
                    <a:lumMod val="75000"/>
                  </a:schemeClr>
                </a:solidFill>
                <a:effectLst/>
                <a:latin typeface="+mn-lt"/>
                <a:ea typeface="+mn-ea"/>
                <a:cs typeface="+mn-cs"/>
              </a:defRPr>
            </a:lvl1pPr>
          </a:lstStyle>
          <a:p>
            <a:pPr lvl="0"/>
            <a:r>
              <a:rPr lang="en-US" noProof="0" dirty="0"/>
              <a:t>Company Web Site</a:t>
            </a:r>
          </a:p>
        </p:txBody>
      </p:sp>
      <p:sp>
        <p:nvSpPr>
          <p:cNvPr id="30" name="Text Placeholder Company Name">
            <a:extLst>
              <a:ext uri="{FF2B5EF4-FFF2-40B4-BE49-F238E27FC236}">
                <a16:creationId xmlns:a16="http://schemas.microsoft.com/office/drawing/2014/main" id="{2EA92DCA-4DB5-4D03-ACD3-A6A296592D0C}"/>
              </a:ext>
            </a:extLst>
          </p:cNvPr>
          <p:cNvSpPr>
            <a:spLocks noGrp="1"/>
          </p:cNvSpPr>
          <p:nvPr>
            <p:ph type="body" sz="quarter" idx="17" hasCustomPrompt="1"/>
          </p:nvPr>
        </p:nvSpPr>
        <p:spPr bwMode="auto">
          <a:xfrm>
            <a:off x="8708505" y="5756628"/>
            <a:ext cx="2951518" cy="367080"/>
          </a:xfrm>
          <a:prstGeom prst="rect">
            <a:avLst/>
          </a:prstGeom>
          <a:noFill/>
          <a:effectLst/>
        </p:spPr>
        <p:txBody>
          <a:bodyPr wrap="square" lIns="36000" tIns="36000" rIns="36000" bIns="36000" rtlCol="0" anchor="ctr" anchorCtr="0">
            <a:noAutofit/>
          </a:bodyPr>
          <a:lstStyle>
            <a:lvl1pPr marL="0" indent="0" algn="r" rtl="0" fontAlgn="base" latinLnBrk="0">
              <a:spcBef>
                <a:spcPct val="0"/>
              </a:spcBef>
              <a:spcAft>
                <a:spcPct val="0"/>
              </a:spcAft>
              <a:buNone/>
              <a:defRPr lang="en-US" sz="1998" b="1" kern="1200" dirty="0" smtClean="0">
                <a:solidFill>
                  <a:schemeClr val="tx1">
                    <a:lumMod val="75000"/>
                  </a:schemeClr>
                </a:solidFill>
                <a:effectLst/>
                <a:latin typeface="+mn-lt"/>
                <a:ea typeface="+mn-ea"/>
                <a:cs typeface="+mn-cs"/>
              </a:defRPr>
            </a:lvl1pPr>
          </a:lstStyle>
          <a:p>
            <a:pPr lvl="0"/>
            <a:r>
              <a:rPr lang="en-US" noProof="0" dirty="0"/>
              <a:t>Company Name</a:t>
            </a:r>
          </a:p>
        </p:txBody>
      </p:sp>
      <p:pic>
        <p:nvPicPr>
          <p:cNvPr id="35" name="Picture SoftUni Mascot" descr="SoftUni mascot">
            <a:extLst>
              <a:ext uri="{FF2B5EF4-FFF2-40B4-BE49-F238E27FC236}">
                <a16:creationId xmlns:a16="http://schemas.microsoft.com/office/drawing/2014/main" id="{951E7DA9-C5F0-43D9-B013-3BDF9EEF029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flipH="1">
            <a:off x="8848924" y="2609644"/>
            <a:ext cx="2788893" cy="3018284"/>
          </a:xfrm>
          <a:prstGeom prst="rect">
            <a:avLst/>
          </a:prstGeom>
        </p:spPr>
      </p:pic>
      <p:pic>
        <p:nvPicPr>
          <p:cNvPr id="22" name="Picture Logo Software University" descr="Software University logo">
            <a:hlinkClick r:id="rId4"/>
            <a:extLst>
              <a:ext uri="{FF2B5EF4-FFF2-40B4-BE49-F238E27FC236}">
                <a16:creationId xmlns:a16="http://schemas.microsoft.com/office/drawing/2014/main" id="{F2315EB3-3FE4-4D3B-921E-5F209CEC13CB}"/>
              </a:ext>
            </a:extLst>
          </p:cNvPr>
          <p:cNvPicPr>
            <a:picLocks noChangeAspect="1"/>
          </p:cNvPicPr>
          <p:nvPr userDrawn="1"/>
        </p:nvPicPr>
        <p:blipFill>
          <a:blip r:embed="rId5" cstate="hq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07944" y="5918567"/>
            <a:ext cx="1830305" cy="628159"/>
          </a:xfrm>
          <a:prstGeom prst="rect">
            <a:avLst/>
          </a:prstGeom>
        </p:spPr>
      </p:pic>
      <p:sp>
        <p:nvSpPr>
          <p:cNvPr id="40" name="Text Placeholder Author Position">
            <a:extLst>
              <a:ext uri="{FF2B5EF4-FFF2-40B4-BE49-F238E27FC236}">
                <a16:creationId xmlns:a16="http://schemas.microsoft.com/office/drawing/2014/main" id="{CD940256-851E-46C8-8BFB-A5ECA6C7DA07}"/>
              </a:ext>
            </a:extLst>
          </p:cNvPr>
          <p:cNvSpPr>
            <a:spLocks noGrp="1"/>
          </p:cNvSpPr>
          <p:nvPr>
            <p:ph type="body" sz="quarter" idx="20" hasCustomPrompt="1"/>
          </p:nvPr>
        </p:nvSpPr>
        <p:spPr bwMode="auto">
          <a:xfrm>
            <a:off x="553082" y="5344180"/>
            <a:ext cx="2980696" cy="444793"/>
          </a:xfrm>
          <a:prstGeom prst="rect">
            <a:avLst/>
          </a:prstGeom>
          <a:noFill/>
          <a:effectLst/>
        </p:spPr>
        <p:txBody>
          <a:bodyPr wrap="square" lIns="36000" tIns="36000" rIns="36000" bIns="36000" rtlCol="0" anchor="ctr" anchorCtr="0">
            <a:spAutoFit/>
          </a:bodyPr>
          <a:lstStyle>
            <a:lvl1pPr marL="0" indent="0" algn="l" rtl="0" fontAlgn="base" latinLnBrk="0">
              <a:spcBef>
                <a:spcPct val="0"/>
              </a:spcBef>
              <a:spcAft>
                <a:spcPct val="0"/>
              </a:spcAft>
              <a:buNone/>
              <a:defRPr lang="en-US" sz="2398" b="1" kern="1200" dirty="0" smtClean="0">
                <a:solidFill>
                  <a:schemeClr val="tx1"/>
                </a:solidFill>
                <a:effectLst/>
                <a:latin typeface="+mn-lt"/>
                <a:ea typeface="+mn-ea"/>
                <a:cs typeface="+mn-cs"/>
              </a:defRPr>
            </a:lvl1pPr>
          </a:lstStyle>
          <a:p>
            <a:pPr lvl="0"/>
            <a:r>
              <a:rPr lang="en-US" noProof="0" dirty="0"/>
              <a:t>Position</a:t>
            </a:r>
          </a:p>
        </p:txBody>
      </p:sp>
      <p:sp>
        <p:nvSpPr>
          <p:cNvPr id="36" name="Text Placeholder Author Name">
            <a:extLst>
              <a:ext uri="{FF2B5EF4-FFF2-40B4-BE49-F238E27FC236}">
                <a16:creationId xmlns:a16="http://schemas.microsoft.com/office/drawing/2014/main" id="{3B21F47B-DE1F-442D-A2B7-6866F8786704}"/>
              </a:ext>
            </a:extLst>
          </p:cNvPr>
          <p:cNvSpPr>
            <a:spLocks noGrp="1"/>
          </p:cNvSpPr>
          <p:nvPr>
            <p:ph type="body" sz="quarter" idx="19" hasCustomPrompt="1"/>
          </p:nvPr>
        </p:nvSpPr>
        <p:spPr bwMode="auto">
          <a:xfrm>
            <a:off x="553082" y="4851838"/>
            <a:ext cx="2980696" cy="454398"/>
          </a:xfrm>
          <a:prstGeom prst="rect">
            <a:avLst/>
          </a:prstGeom>
          <a:noFill/>
          <a:effectLst/>
        </p:spPr>
        <p:txBody>
          <a:bodyPr wrap="square" lIns="36000" tIns="36000" rIns="36000" bIns="36000" rtlCol="0" anchor="ctr" anchorCtr="0">
            <a:noAutofit/>
          </a:bodyPr>
          <a:lstStyle>
            <a:lvl1pPr marL="0" indent="0" algn="l" rtl="0" fontAlgn="base" latinLnBrk="0">
              <a:spcBef>
                <a:spcPct val="0"/>
              </a:spcBef>
              <a:spcAft>
                <a:spcPct val="0"/>
              </a:spcAft>
              <a:buNone/>
              <a:defRPr lang="en-US" sz="2798" b="1" kern="1200" dirty="0" smtClean="0">
                <a:solidFill>
                  <a:schemeClr val="tx1"/>
                </a:solidFill>
                <a:effectLst/>
                <a:latin typeface="+mn-lt"/>
                <a:ea typeface="+mn-ea"/>
                <a:cs typeface="+mn-cs"/>
              </a:defRPr>
            </a:lvl1pPr>
          </a:lstStyle>
          <a:p>
            <a:pPr lvl="0"/>
            <a:r>
              <a:rPr lang="en-US" noProof="0" dirty="0"/>
              <a:t>Author Name</a:t>
            </a:r>
          </a:p>
        </p:txBody>
      </p:sp>
      <p:sp>
        <p:nvSpPr>
          <p:cNvPr id="33" name="Picture Placeholder Title Image">
            <a:extLst>
              <a:ext uri="{FF2B5EF4-FFF2-40B4-BE49-F238E27FC236}">
                <a16:creationId xmlns:a16="http://schemas.microsoft.com/office/drawing/2014/main" id="{A04D819A-89E2-4714-8C56-1838BF467EF7}"/>
              </a:ext>
            </a:extLst>
          </p:cNvPr>
          <p:cNvSpPr>
            <a:spLocks noGrp="1"/>
          </p:cNvSpPr>
          <p:nvPr>
            <p:ph type="pic" sz="quarter" idx="10"/>
          </p:nvPr>
        </p:nvSpPr>
        <p:spPr>
          <a:xfrm>
            <a:off x="553082" y="2740913"/>
            <a:ext cx="4642919" cy="1936503"/>
          </a:xfrm>
        </p:spPr>
        <p:txBody>
          <a:bodyPr/>
          <a:lstStyle>
            <a:lvl1pPr marL="0" indent="0" algn="ctr" latinLnBrk="0">
              <a:buNone/>
              <a:defRPr>
                <a:solidFill>
                  <a:schemeClr val="bg1"/>
                </a:solidFill>
              </a:defRPr>
            </a:lvl1pPr>
          </a:lstStyle>
          <a:p>
            <a:r>
              <a:rPr lang="en-US" noProof="0" dirty="0"/>
              <a:t>Click icon to add picture</a:t>
            </a:r>
          </a:p>
        </p:txBody>
      </p:sp>
      <p:sp>
        <p:nvSpPr>
          <p:cNvPr id="43" name="Presentation Subtitle">
            <a:extLst>
              <a:ext uri="{FF2B5EF4-FFF2-40B4-BE49-F238E27FC236}">
                <a16:creationId xmlns:a16="http://schemas.microsoft.com/office/drawing/2014/main" id="{37BDB812-1395-4B02-ABCF-6A331EEE23E5}"/>
              </a:ext>
            </a:extLst>
          </p:cNvPr>
          <p:cNvSpPr>
            <a:spLocks noGrp="1"/>
          </p:cNvSpPr>
          <p:nvPr>
            <p:ph type="subTitle" idx="1" hasCustomPrompt="1"/>
          </p:nvPr>
        </p:nvSpPr>
        <p:spPr>
          <a:xfrm>
            <a:off x="554182" y="1258272"/>
            <a:ext cx="11083636" cy="1315728"/>
          </a:xfrm>
        </p:spPr>
        <p:txBody>
          <a:bodyPr anchor="t" anchorCtr="0">
            <a:normAutofit/>
          </a:bodyPr>
          <a:lstStyle>
            <a:lvl1pPr marL="0" indent="0" algn="ctr" latinLnBrk="0">
              <a:buNone/>
              <a:defRPr sz="3598">
                <a:solidFill>
                  <a:schemeClr val="tx1"/>
                </a:solidFill>
              </a:defRPr>
            </a:lvl1pPr>
          </a:lstStyle>
          <a:p>
            <a:r>
              <a:rPr lang="en-US" noProof="0" dirty="0"/>
              <a:t>Presentation Subtitle</a:t>
            </a:r>
          </a:p>
        </p:txBody>
      </p:sp>
      <p:sp>
        <p:nvSpPr>
          <p:cNvPr id="2" name="Presentation Title">
            <a:extLst>
              <a:ext uri="{FF2B5EF4-FFF2-40B4-BE49-F238E27FC236}">
                <a16:creationId xmlns:a16="http://schemas.microsoft.com/office/drawing/2014/main" id="{A4DF3AB8-E6E3-4FCE-8A4A-ECD147720A5D}"/>
              </a:ext>
            </a:extLst>
          </p:cNvPr>
          <p:cNvSpPr>
            <a:spLocks noGrp="1"/>
          </p:cNvSpPr>
          <p:nvPr>
            <p:ph type="title" hasCustomPrompt="1"/>
          </p:nvPr>
        </p:nvSpPr>
        <p:spPr>
          <a:xfrm>
            <a:off x="554182" y="321502"/>
            <a:ext cx="11083636" cy="882654"/>
          </a:xfrm>
        </p:spPr>
        <p:txBody>
          <a:bodyPr/>
          <a:lstStyle>
            <a:lvl1pPr algn="ctr" latinLnBrk="0">
              <a:defRPr sz="4798"/>
            </a:lvl1pPr>
          </a:lstStyle>
          <a:p>
            <a:r>
              <a:rPr lang="en-US" noProof="0" dirty="0"/>
              <a:t>Presentation Title</a:t>
            </a:r>
          </a:p>
        </p:txBody>
      </p:sp>
    </p:spTree>
    <p:extLst>
      <p:ext uri="{BB962C8B-B14F-4D97-AF65-F5344CB8AC3E}">
        <p14:creationId xmlns:p14="http://schemas.microsoft.com/office/powerpoint/2010/main" val="970179299"/>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Title Slide">
    <p:spTree>
      <p:nvGrpSpPr>
        <p:cNvPr id="1" name=""/>
        <p:cNvGrpSpPr/>
        <p:nvPr/>
      </p:nvGrpSpPr>
      <p:grpSpPr>
        <a:xfrm>
          <a:off x="0" y="0"/>
          <a:ext cx="0" cy="0"/>
          <a:chOff x="0" y="0"/>
          <a:chExt cx="0" cy="0"/>
        </a:xfrm>
      </p:grpSpPr>
      <p:sp>
        <p:nvSpPr>
          <p:cNvPr id="4" name="Oval Center Icon"/>
          <p:cNvSpPr>
            <a:spLocks noChangeAspect="1"/>
          </p:cNvSpPr>
          <p:nvPr/>
        </p:nvSpPr>
        <p:spPr>
          <a:xfrm>
            <a:off x="4319736" y="867751"/>
            <a:ext cx="3552529" cy="355252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sp>
        <p:nvSpPr>
          <p:cNvPr id="11" name="Slide Subtitle"/>
          <p:cNvSpPr>
            <a:spLocks noGrp="1"/>
          </p:cNvSpPr>
          <p:nvPr>
            <p:ph type="subTitle" sz="quarter" idx="11" hasCustomPrompt="1"/>
          </p:nvPr>
        </p:nvSpPr>
        <p:spPr>
          <a:xfrm>
            <a:off x="615109" y="5585916"/>
            <a:ext cx="10961783" cy="768084"/>
          </a:xfrm>
          <a:prstGeom prst="rect">
            <a:avLst/>
          </a:prstGeom>
        </p:spPr>
        <p:txBody>
          <a:bodyPr anchor="ctr">
            <a:noAutofit/>
          </a:bodyPr>
          <a:lstStyle>
            <a:lvl1pPr marL="0" indent="0" algn="ctr" latinLnBrk="0">
              <a:buNone/>
              <a:defRPr sz="3998" b="0" baseline="0">
                <a:solidFill>
                  <a:schemeClr val="tx1"/>
                </a:solidFill>
                <a:latin typeface="+mn-lt"/>
                <a:cs typeface="Arial" pitchFamily="34" charset="0"/>
              </a:defRPr>
            </a:lvl1pPr>
          </a:lstStyle>
          <a:p>
            <a:pPr lvl="0"/>
            <a:r>
              <a:rPr lang="en-US" noProof="0" dirty="0"/>
              <a:t>Click to Edit Section Subtitle</a:t>
            </a:r>
          </a:p>
        </p:txBody>
      </p:sp>
      <p:sp>
        <p:nvSpPr>
          <p:cNvPr id="10" name="Slide Title"/>
          <p:cNvSpPr>
            <a:spLocks noGrp="1"/>
          </p:cNvSpPr>
          <p:nvPr>
            <p:ph type="title" sz="quarter" idx="10" hasCustomPrompt="1"/>
          </p:nvPr>
        </p:nvSpPr>
        <p:spPr>
          <a:xfrm>
            <a:off x="615109" y="4704825"/>
            <a:ext cx="10961783" cy="768084"/>
          </a:xfrm>
          <a:prstGeom prst="rect">
            <a:avLst/>
          </a:prstGeom>
        </p:spPr>
        <p:txBody>
          <a:bodyPr anchor="ctr">
            <a:noAutofit/>
          </a:bodyPr>
          <a:lstStyle>
            <a:lvl1pPr marL="0" indent="0" algn="ctr" latinLnBrk="0">
              <a:buNone/>
              <a:defRPr sz="5396" b="1" baseline="0">
                <a:solidFill>
                  <a:schemeClr val="tx1"/>
                </a:solidFill>
                <a:latin typeface="+mj-lt"/>
                <a:cs typeface="Arial" pitchFamily="34" charset="0"/>
              </a:defRPr>
            </a:lvl1pPr>
          </a:lstStyle>
          <a:p>
            <a:pPr lvl="0"/>
            <a:r>
              <a:rPr lang="en-US" noProof="0" dirty="0"/>
              <a:t>Click to Edit Section Title</a:t>
            </a:r>
            <a:endParaRPr lang="en-US" altLang="ko-KR" noProof="0" dirty="0"/>
          </a:p>
        </p:txBody>
      </p:sp>
    </p:spTree>
    <p:extLst>
      <p:ext uri="{BB962C8B-B14F-4D97-AF65-F5344CB8AC3E}">
        <p14:creationId xmlns:p14="http://schemas.microsoft.com/office/powerpoint/2010/main" val="3529216409"/>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Slide Number">
            <a:extLst>
              <a:ext uri="{FF2B5EF4-FFF2-40B4-BE49-F238E27FC236}">
                <a16:creationId xmlns:a16="http://schemas.microsoft.com/office/drawing/2014/main" id="{C1780DB1-0AF0-4108-AFE1-9DA99F0DBCB8}"/>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a:t>
            </a:fld>
            <a:endParaRPr lang="en-US" noProof="0" dirty="0"/>
          </a:p>
        </p:txBody>
      </p:sp>
      <p:sp>
        <p:nvSpPr>
          <p:cNvPr id="3" name="Slide Body Text">
            <a:extLst>
              <a:ext uri="{FF2B5EF4-FFF2-40B4-BE49-F238E27FC236}">
                <a16:creationId xmlns:a16="http://schemas.microsoft.com/office/drawing/2014/main" id="{5A9D2960-6D42-439F-82E8-812822013A10}"/>
              </a:ext>
            </a:extLst>
          </p:cNvPr>
          <p:cNvSpPr>
            <a:spLocks noGrp="1"/>
          </p:cNvSpPr>
          <p:nvPr>
            <p:ph type="body" sz="quarter" idx="10" hasCustomPrompt="1"/>
          </p:nvPr>
        </p:nvSpPr>
        <p:spPr>
          <a:xfrm>
            <a:off x="190402" y="1196125"/>
            <a:ext cx="11818096" cy="5528766"/>
          </a:xfrm>
        </p:spPr>
        <p:txBody>
          <a:bodyPr/>
          <a:lstStyle>
            <a:lvl1pPr latinLnBrk="0">
              <a:defRPr/>
            </a:lvl1pPr>
            <a:lvl2pPr latinLnBrk="0">
              <a:defRPr/>
            </a:lvl2pPr>
            <a:lvl3pPr latinLnBrk="0">
              <a:defRPr/>
            </a:lvl3pPr>
            <a:lvl4pPr latinLnBrk="0">
              <a:defRPr/>
            </a:lvl4pPr>
            <a:lvl5pPr latinLnBrk="0">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Rectangle Top">
            <a:extLst>
              <a:ext uri="{FF2B5EF4-FFF2-40B4-BE49-F238E27FC236}">
                <a16:creationId xmlns:a16="http://schemas.microsoft.com/office/drawing/2014/main" id="{391AFA4E-7870-4561-A1B8-AC956B0C8931}"/>
              </a:ext>
            </a:extLst>
          </p:cNvPr>
          <p:cNvSpPr/>
          <p:nvPr userDrawn="1"/>
        </p:nvSpPr>
        <p:spPr>
          <a:xfrm>
            <a:off x="0" y="0"/>
            <a:ext cx="12196800" cy="109537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pic>
        <p:nvPicPr>
          <p:cNvPr id="12" name="Logo Software University" descr="Software University logo">
            <a:extLst>
              <a:ext uri="{FF2B5EF4-FFF2-40B4-BE49-F238E27FC236}">
                <a16:creationId xmlns:a16="http://schemas.microsoft.com/office/drawing/2014/main" id="{B1D3B425-B9BF-43ED-9DEC-C05002FBA22F}"/>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067957" y="253936"/>
            <a:ext cx="1915704" cy="559235"/>
          </a:xfrm>
          <a:prstGeom prst="rect">
            <a:avLst/>
          </a:prstGeom>
        </p:spPr>
      </p:pic>
      <p:sp>
        <p:nvSpPr>
          <p:cNvPr id="6" name="Slide Title">
            <a:extLst>
              <a:ext uri="{FF2B5EF4-FFF2-40B4-BE49-F238E27FC236}">
                <a16:creationId xmlns:a16="http://schemas.microsoft.com/office/drawing/2014/main" id="{19B5B676-7892-440F-8191-7109B2C59885}"/>
              </a:ext>
            </a:extLst>
          </p:cNvPr>
          <p:cNvSpPr>
            <a:spLocks noGrp="1"/>
          </p:cNvSpPr>
          <p:nvPr>
            <p:ph type="title" hasCustomPrompt="1"/>
          </p:nvPr>
        </p:nvSpPr>
        <p:spPr>
          <a:xfrm>
            <a:off x="190406" y="100750"/>
            <a:ext cx="9715594" cy="882654"/>
          </a:xfrm>
        </p:spPr>
        <p:txBody>
          <a:bodyPr/>
          <a:lstStyle>
            <a:lvl1pPr latinLnBrk="0">
              <a:defRPr>
                <a:solidFill>
                  <a:schemeClr val="bg2"/>
                </a:solidFill>
              </a:defRPr>
            </a:lvl1pPr>
          </a:lstStyle>
          <a:p>
            <a:r>
              <a:rPr lang="en-US" noProof="0" dirty="0"/>
              <a:t>Slide Title</a:t>
            </a:r>
          </a:p>
        </p:txBody>
      </p:sp>
    </p:spTree>
    <p:extLst>
      <p:ext uri="{BB962C8B-B14F-4D97-AF65-F5344CB8AC3E}">
        <p14:creationId xmlns:p14="http://schemas.microsoft.com/office/powerpoint/2010/main" val="1102970716"/>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mportant Concept">
    <p:spTree>
      <p:nvGrpSpPr>
        <p:cNvPr id="1" name=""/>
        <p:cNvGrpSpPr/>
        <p:nvPr/>
      </p:nvGrpSpPr>
      <p:grpSpPr>
        <a:xfrm>
          <a:off x="0" y="0"/>
          <a:ext cx="0" cy="0"/>
          <a:chOff x="0" y="0"/>
          <a:chExt cx="0" cy="0"/>
        </a:xfrm>
      </p:grpSpPr>
      <p:sp>
        <p:nvSpPr>
          <p:cNvPr id="9" name="Slide Number">
            <a:extLst>
              <a:ext uri="{FF2B5EF4-FFF2-40B4-BE49-F238E27FC236}">
                <a16:creationId xmlns:a16="http://schemas.microsoft.com/office/drawing/2014/main" id="{0020EB61-2079-41A3-B356-B1D8D48D786E}"/>
              </a:ext>
            </a:extLst>
          </p:cNvPr>
          <p:cNvSpPr>
            <a:spLocks noGrp="1"/>
          </p:cNvSpPr>
          <p:nvPr>
            <p:ph type="sldNum" sz="quarter" idx="4"/>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a:t>
            </a:fld>
            <a:endParaRPr lang="en-US" noProof="0" dirty="0"/>
          </a:p>
        </p:txBody>
      </p:sp>
      <p:sp>
        <p:nvSpPr>
          <p:cNvPr id="6" name="Rectangle Left"/>
          <p:cNvSpPr/>
          <p:nvPr/>
        </p:nvSpPr>
        <p:spPr>
          <a:xfrm>
            <a:off x="0" y="0"/>
            <a:ext cx="115383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dirty="0">
              <a:ln>
                <a:noFill/>
              </a:ln>
              <a:solidFill>
                <a:srgbClr val="F7C86D"/>
              </a:solidFill>
              <a:effectLst/>
              <a:uLnTx/>
              <a:uFillTx/>
              <a:latin typeface="Calibri" panose="020F0502020204030204"/>
              <a:ea typeface="맑은 고딕" panose="020B0503020000020004" pitchFamily="34" charset="-127"/>
              <a:cs typeface="+mn-cs"/>
            </a:endParaRPr>
          </a:p>
        </p:txBody>
      </p:sp>
      <p:sp>
        <p:nvSpPr>
          <p:cNvPr id="7" name="Slide Body Text">
            <a:extLst>
              <a:ext uri="{FF2B5EF4-FFF2-40B4-BE49-F238E27FC236}">
                <a16:creationId xmlns:a16="http://schemas.microsoft.com/office/drawing/2014/main" id="{CB4CB13C-66A1-466B-A6C1-B0BABF5CFEC1}"/>
              </a:ext>
            </a:extLst>
          </p:cNvPr>
          <p:cNvSpPr>
            <a:spLocks noGrp="1"/>
          </p:cNvSpPr>
          <p:nvPr>
            <p:ph type="body" sz="quarter" idx="10"/>
          </p:nvPr>
        </p:nvSpPr>
        <p:spPr>
          <a:xfrm>
            <a:off x="1866000" y="1121143"/>
            <a:ext cx="10129234" cy="5546589"/>
          </a:xfrm>
        </p:spPr>
        <p:txBody>
          <a:bodyPr/>
          <a:lstStyle>
            <a:lvl1pPr latinLnBrk="0">
              <a:defRPr>
                <a:solidFill>
                  <a:schemeClr val="tx1"/>
                </a:solidFill>
              </a:defRPr>
            </a:lvl1pPr>
            <a:lvl2pPr latinLnBrk="0">
              <a:defRPr>
                <a:solidFill>
                  <a:schemeClr val="tx1"/>
                </a:solidFill>
              </a:defRPr>
            </a:lvl2pPr>
            <a:lvl3pPr latinLnBrk="0">
              <a:defRPr>
                <a:solidFill>
                  <a:schemeClr val="tx1"/>
                </a:solidFill>
              </a:defRPr>
            </a:lvl3pPr>
            <a:lvl4pPr latinLnBrk="0">
              <a:defRPr>
                <a:solidFill>
                  <a:schemeClr val="tx1"/>
                </a:solidFill>
              </a:defRPr>
            </a:lvl4pPr>
            <a:lvl5pPr latinLnBrk="0">
              <a:defRPr>
                <a:solidFill>
                  <a:schemeClr val="tx1"/>
                </a:solidFill>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pic>
        <p:nvPicPr>
          <p:cNvPr id="3" name="Logo Software University" descr="Software University logo">
            <a:extLst>
              <a:ext uri="{FF2B5EF4-FFF2-40B4-BE49-F238E27FC236}">
                <a16:creationId xmlns:a16="http://schemas.microsoft.com/office/drawing/2014/main" id="{5573C101-930B-47AC-967A-A64513DFFDEE}"/>
              </a:ext>
            </a:extLst>
          </p:cNvPr>
          <p:cNvPicPr>
            <a:picLocks noChangeAspect="1"/>
          </p:cNvPicPr>
          <p:nvPr userDrawn="1"/>
        </p:nvPicPr>
        <p:blipFill>
          <a:blip r:embed="rId2" cstate="hq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008761" y="190267"/>
            <a:ext cx="2013336" cy="690975"/>
          </a:xfrm>
          <a:prstGeom prst="rect">
            <a:avLst/>
          </a:prstGeom>
        </p:spPr>
      </p:pic>
      <p:sp>
        <p:nvSpPr>
          <p:cNvPr id="8" name="Slide Title">
            <a:extLst>
              <a:ext uri="{FF2B5EF4-FFF2-40B4-BE49-F238E27FC236}">
                <a16:creationId xmlns:a16="http://schemas.microsoft.com/office/drawing/2014/main" id="{E2DA9691-CDF5-499C-94BB-AAA61DAC1BFB}"/>
              </a:ext>
            </a:extLst>
          </p:cNvPr>
          <p:cNvSpPr>
            <a:spLocks noGrp="1"/>
          </p:cNvSpPr>
          <p:nvPr>
            <p:ph type="title" hasCustomPrompt="1"/>
          </p:nvPr>
        </p:nvSpPr>
        <p:spPr>
          <a:xfrm>
            <a:off x="1296957" y="100750"/>
            <a:ext cx="8625520" cy="882654"/>
          </a:xfrm>
        </p:spPr>
        <p:txBody>
          <a:bodyPr/>
          <a:lstStyle>
            <a:lvl1pPr latinLnBrk="0">
              <a:defRPr/>
            </a:lvl1pPr>
          </a:lstStyle>
          <a:p>
            <a:r>
              <a:rPr lang="en-US" noProof="0" dirty="0"/>
              <a:t>Slide Title</a:t>
            </a:r>
          </a:p>
        </p:txBody>
      </p:sp>
      <p:grpSp>
        <p:nvGrpSpPr>
          <p:cNvPr id="10" name="Group 9">
            <a:extLst>
              <a:ext uri="{FF2B5EF4-FFF2-40B4-BE49-F238E27FC236}">
                <a16:creationId xmlns:a16="http://schemas.microsoft.com/office/drawing/2014/main" id="{43CDBCC2-1C96-44BC-B992-7B0C49C34904}"/>
              </a:ext>
            </a:extLst>
          </p:cNvPr>
          <p:cNvGrpSpPr/>
          <p:nvPr userDrawn="1"/>
        </p:nvGrpSpPr>
        <p:grpSpPr>
          <a:xfrm>
            <a:off x="185076" y="1868177"/>
            <a:ext cx="1937508" cy="3070349"/>
            <a:chOff x="3928039" y="1792355"/>
            <a:chExt cx="1830304" cy="2900460"/>
          </a:xfrm>
        </p:grpSpPr>
        <p:grpSp>
          <p:nvGrpSpPr>
            <p:cNvPr id="11" name="Group 10">
              <a:extLst>
                <a:ext uri="{FF2B5EF4-FFF2-40B4-BE49-F238E27FC236}">
                  <a16:creationId xmlns:a16="http://schemas.microsoft.com/office/drawing/2014/main" id="{7D71B3A8-4D39-42CF-9255-81EA3A622DD6}"/>
                </a:ext>
              </a:extLst>
            </p:cNvPr>
            <p:cNvGrpSpPr/>
            <p:nvPr/>
          </p:nvGrpSpPr>
          <p:grpSpPr>
            <a:xfrm>
              <a:off x="3928039" y="1792355"/>
              <a:ext cx="1830304" cy="2206534"/>
              <a:chOff x="3216839" y="2404072"/>
              <a:chExt cx="1830304" cy="2206534"/>
            </a:xfrm>
          </p:grpSpPr>
          <p:sp>
            <p:nvSpPr>
              <p:cNvPr id="25" name="Oval 24">
                <a:extLst>
                  <a:ext uri="{FF2B5EF4-FFF2-40B4-BE49-F238E27FC236}">
                    <a16:creationId xmlns:a16="http://schemas.microsoft.com/office/drawing/2014/main" id="{B98059F9-1874-426D-8AF7-A12C21F37DD9}"/>
                  </a:ext>
                </a:extLst>
              </p:cNvPr>
              <p:cNvSpPr/>
              <p:nvPr/>
            </p:nvSpPr>
            <p:spPr>
              <a:xfrm>
                <a:off x="3216839" y="2404072"/>
                <a:ext cx="1830304" cy="1830304"/>
              </a:xfrm>
              <a:prstGeom prst="ellipse">
                <a:avLst/>
              </a:prstGeom>
              <a:solidFill>
                <a:srgbClr val="F2A4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26" name="Rectangle 5">
                <a:extLst>
                  <a:ext uri="{FF2B5EF4-FFF2-40B4-BE49-F238E27FC236}">
                    <a16:creationId xmlns:a16="http://schemas.microsoft.com/office/drawing/2014/main" id="{A3A1E077-DBDF-48F0-A924-604984B940A2}"/>
                  </a:ext>
                </a:extLst>
              </p:cNvPr>
              <p:cNvSpPr/>
              <p:nvPr/>
            </p:nvSpPr>
            <p:spPr>
              <a:xfrm>
                <a:off x="3699615" y="3807346"/>
                <a:ext cx="1143001" cy="803260"/>
              </a:xfrm>
              <a:custGeom>
                <a:avLst/>
                <a:gdLst>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1130300"/>
                  <a:gd name="connsiteY0" fmla="*/ 0 h 787400"/>
                  <a:gd name="connsiteX1" fmla="*/ 1130300 w 1130300"/>
                  <a:gd name="connsiteY1" fmla="*/ 50800 h 787400"/>
                  <a:gd name="connsiteX2" fmla="*/ 876300 w 1130300"/>
                  <a:gd name="connsiteY2" fmla="*/ 787400 h 787400"/>
                  <a:gd name="connsiteX3" fmla="*/ 0 w 1130300"/>
                  <a:gd name="connsiteY3" fmla="*/ 787400 h 787400"/>
                  <a:gd name="connsiteX4" fmla="*/ 0 w 1130300"/>
                  <a:gd name="connsiteY4" fmla="*/ 0 h 787400"/>
                  <a:gd name="connsiteX0" fmla="*/ 0 w 1136650"/>
                  <a:gd name="connsiteY0" fmla="*/ 0 h 787400"/>
                  <a:gd name="connsiteX1" fmla="*/ 1136650 w 1136650"/>
                  <a:gd name="connsiteY1" fmla="*/ 38100 h 787400"/>
                  <a:gd name="connsiteX2" fmla="*/ 876300 w 1136650"/>
                  <a:gd name="connsiteY2" fmla="*/ 787400 h 787400"/>
                  <a:gd name="connsiteX3" fmla="*/ 0 w 1136650"/>
                  <a:gd name="connsiteY3" fmla="*/ 787400 h 787400"/>
                  <a:gd name="connsiteX4" fmla="*/ 0 w 1136650"/>
                  <a:gd name="connsiteY4" fmla="*/ 0 h 787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6650" h="787400">
                    <a:moveTo>
                      <a:pt x="0" y="0"/>
                    </a:moveTo>
                    <a:lnTo>
                      <a:pt x="1136650" y="38100"/>
                    </a:lnTo>
                    <a:cubicBezTo>
                      <a:pt x="920750" y="376767"/>
                      <a:pt x="876300" y="524933"/>
                      <a:pt x="876300" y="787400"/>
                    </a:cubicBezTo>
                    <a:lnTo>
                      <a:pt x="0" y="787400"/>
                    </a:lnTo>
                    <a:lnTo>
                      <a:pt x="0" y="0"/>
                    </a:lnTo>
                    <a:close/>
                  </a:path>
                </a:pathLst>
              </a:custGeom>
              <a:solidFill>
                <a:srgbClr val="F2A4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dirty="0"/>
              </a:p>
            </p:txBody>
          </p:sp>
          <p:sp>
            <p:nvSpPr>
              <p:cNvPr id="27" name="Rectangle 5">
                <a:extLst>
                  <a:ext uri="{FF2B5EF4-FFF2-40B4-BE49-F238E27FC236}">
                    <a16:creationId xmlns:a16="http://schemas.microsoft.com/office/drawing/2014/main" id="{798B1F51-1FA4-4199-81C7-62356C936CC9}"/>
                  </a:ext>
                </a:extLst>
              </p:cNvPr>
              <p:cNvSpPr/>
              <p:nvPr/>
            </p:nvSpPr>
            <p:spPr>
              <a:xfrm flipH="1">
                <a:off x="3426570" y="3807347"/>
                <a:ext cx="1143000" cy="803259"/>
              </a:xfrm>
              <a:custGeom>
                <a:avLst/>
                <a:gdLst>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1130300"/>
                  <a:gd name="connsiteY0" fmla="*/ 0 h 787400"/>
                  <a:gd name="connsiteX1" fmla="*/ 1130300 w 1130300"/>
                  <a:gd name="connsiteY1" fmla="*/ 50800 h 787400"/>
                  <a:gd name="connsiteX2" fmla="*/ 876300 w 1130300"/>
                  <a:gd name="connsiteY2" fmla="*/ 787400 h 787400"/>
                  <a:gd name="connsiteX3" fmla="*/ 0 w 1130300"/>
                  <a:gd name="connsiteY3" fmla="*/ 787400 h 787400"/>
                  <a:gd name="connsiteX4" fmla="*/ 0 w 1130300"/>
                  <a:gd name="connsiteY4" fmla="*/ 0 h 787400"/>
                  <a:gd name="connsiteX0" fmla="*/ 0 w 1136650"/>
                  <a:gd name="connsiteY0" fmla="*/ 0 h 787400"/>
                  <a:gd name="connsiteX1" fmla="*/ 1136650 w 1136650"/>
                  <a:gd name="connsiteY1" fmla="*/ 38100 h 787400"/>
                  <a:gd name="connsiteX2" fmla="*/ 876300 w 1136650"/>
                  <a:gd name="connsiteY2" fmla="*/ 787400 h 787400"/>
                  <a:gd name="connsiteX3" fmla="*/ 0 w 1136650"/>
                  <a:gd name="connsiteY3" fmla="*/ 787400 h 787400"/>
                  <a:gd name="connsiteX4" fmla="*/ 0 w 1136650"/>
                  <a:gd name="connsiteY4" fmla="*/ 0 h 787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6650" h="787400">
                    <a:moveTo>
                      <a:pt x="0" y="0"/>
                    </a:moveTo>
                    <a:lnTo>
                      <a:pt x="1136650" y="38100"/>
                    </a:lnTo>
                    <a:cubicBezTo>
                      <a:pt x="920750" y="376767"/>
                      <a:pt x="876300" y="524933"/>
                      <a:pt x="876300" y="787400"/>
                    </a:cubicBezTo>
                    <a:lnTo>
                      <a:pt x="0" y="787400"/>
                    </a:lnTo>
                    <a:lnTo>
                      <a:pt x="0" y="0"/>
                    </a:lnTo>
                    <a:close/>
                  </a:path>
                </a:pathLst>
              </a:custGeom>
              <a:solidFill>
                <a:srgbClr val="F2A4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dirty="0"/>
              </a:p>
            </p:txBody>
          </p:sp>
          <p:sp>
            <p:nvSpPr>
              <p:cNvPr id="28" name="Arc 27">
                <a:extLst>
                  <a:ext uri="{FF2B5EF4-FFF2-40B4-BE49-F238E27FC236}">
                    <a16:creationId xmlns:a16="http://schemas.microsoft.com/office/drawing/2014/main" id="{40A224C8-1233-40F7-96AB-BFF79AF6CDCB}"/>
                  </a:ext>
                </a:extLst>
              </p:cNvPr>
              <p:cNvSpPr/>
              <p:nvPr/>
            </p:nvSpPr>
            <p:spPr>
              <a:xfrm>
                <a:off x="3454111" y="2482850"/>
                <a:ext cx="1504950" cy="1504950"/>
              </a:xfrm>
              <a:prstGeom prst="arc">
                <a:avLst>
                  <a:gd name="adj1" fmla="val 18068338"/>
                  <a:gd name="adj2" fmla="val 0"/>
                </a:avLst>
              </a:prstGeom>
              <a:ln w="38100" cap="rnd">
                <a:solidFill>
                  <a:schemeClr val="bg2"/>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bg-BG">
                  <a:ln w="57150">
                    <a:solidFill>
                      <a:schemeClr val="tx1"/>
                    </a:solidFill>
                  </a:ln>
                </a:endParaRPr>
              </a:p>
            </p:txBody>
          </p:sp>
          <p:sp>
            <p:nvSpPr>
              <p:cNvPr id="29" name="Arc 28">
                <a:extLst>
                  <a:ext uri="{FF2B5EF4-FFF2-40B4-BE49-F238E27FC236}">
                    <a16:creationId xmlns:a16="http://schemas.microsoft.com/office/drawing/2014/main" id="{B57C7CCC-E218-4321-8C7B-3F0C5753C7A1}"/>
                  </a:ext>
                </a:extLst>
              </p:cNvPr>
              <p:cNvSpPr/>
              <p:nvPr/>
            </p:nvSpPr>
            <p:spPr>
              <a:xfrm>
                <a:off x="3454111" y="2482849"/>
                <a:ext cx="1504950" cy="1504950"/>
              </a:xfrm>
              <a:prstGeom prst="arc">
                <a:avLst>
                  <a:gd name="adj1" fmla="val 17518504"/>
                  <a:gd name="adj2" fmla="val 17709817"/>
                </a:avLst>
              </a:prstGeom>
              <a:ln w="38100" cap="rnd">
                <a:solidFill>
                  <a:schemeClr val="bg2"/>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bg-BG">
                  <a:ln w="57150">
                    <a:solidFill>
                      <a:schemeClr val="tx1"/>
                    </a:solidFill>
                  </a:ln>
                </a:endParaRPr>
              </a:p>
            </p:txBody>
          </p:sp>
        </p:grpSp>
        <p:sp>
          <p:nvSpPr>
            <p:cNvPr id="13" name="Rectangle: Rounded Corners 12">
              <a:extLst>
                <a:ext uri="{FF2B5EF4-FFF2-40B4-BE49-F238E27FC236}">
                  <a16:creationId xmlns:a16="http://schemas.microsoft.com/office/drawing/2014/main" id="{6AF309CA-A56C-4ABC-B293-420F4EB1A9B4}"/>
                </a:ext>
              </a:extLst>
            </p:cNvPr>
            <p:cNvSpPr/>
            <p:nvPr/>
          </p:nvSpPr>
          <p:spPr>
            <a:xfrm>
              <a:off x="4400007" y="4324162"/>
              <a:ext cx="886369" cy="150698"/>
            </a:xfrm>
            <a:prstGeom prst="roundRect">
              <a:avLst/>
            </a:prstGeom>
            <a:solidFill>
              <a:srgbClr val="F2A40D"/>
            </a:solidFill>
            <a:ln w="38100">
              <a:solidFill>
                <a:srgbClr val="4646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14" name="Rectangle: Rounded Corners 13">
              <a:extLst>
                <a:ext uri="{FF2B5EF4-FFF2-40B4-BE49-F238E27FC236}">
                  <a16:creationId xmlns:a16="http://schemas.microsoft.com/office/drawing/2014/main" id="{07955808-2AC7-44EB-8B6D-82B974E53A3C}"/>
                </a:ext>
              </a:extLst>
            </p:cNvPr>
            <p:cNvSpPr/>
            <p:nvPr/>
          </p:nvSpPr>
          <p:spPr>
            <a:xfrm>
              <a:off x="4533357" y="4542116"/>
              <a:ext cx="619670" cy="150699"/>
            </a:xfrm>
            <a:prstGeom prst="roundRect">
              <a:avLst/>
            </a:prstGeom>
            <a:solidFill>
              <a:srgbClr val="F2A40D"/>
            </a:solidFill>
            <a:ln w="38100">
              <a:solidFill>
                <a:srgbClr val="464646"/>
              </a:solidFill>
            </a:ln>
            <a:effectLst>
              <a:outerShdw blurRad="152400" dist="381000" dir="5400000" sx="70000" sy="70000"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cxnSp>
          <p:nvCxnSpPr>
            <p:cNvPr id="15" name="Straight Connector 14">
              <a:extLst>
                <a:ext uri="{FF2B5EF4-FFF2-40B4-BE49-F238E27FC236}">
                  <a16:creationId xmlns:a16="http://schemas.microsoft.com/office/drawing/2014/main" id="{AC6420D7-AEAB-45EF-8D46-11EB06E4AFEA}"/>
                </a:ext>
              </a:extLst>
            </p:cNvPr>
            <p:cNvCxnSpPr>
              <a:cxnSpLocks/>
            </p:cNvCxnSpPr>
            <p:nvPr/>
          </p:nvCxnSpPr>
          <p:spPr>
            <a:xfrm flipH="1" flipV="1">
              <a:off x="4472677" y="2844800"/>
              <a:ext cx="161562" cy="1164292"/>
            </a:xfrm>
            <a:prstGeom prst="line">
              <a:avLst/>
            </a:prstGeom>
            <a:solidFill>
              <a:srgbClr val="464646"/>
            </a:solidFill>
            <a:ln w="38100">
              <a:solidFill>
                <a:srgbClr val="464646"/>
              </a:solidFill>
            </a:ln>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76C7FABC-6773-44F6-990B-3EB082BE9B35}"/>
                </a:ext>
              </a:extLst>
            </p:cNvPr>
            <p:cNvCxnSpPr>
              <a:cxnSpLocks/>
            </p:cNvCxnSpPr>
            <p:nvPr/>
          </p:nvCxnSpPr>
          <p:spPr>
            <a:xfrm flipH="1">
              <a:off x="4578548" y="3618567"/>
              <a:ext cx="528128" cy="0"/>
            </a:xfrm>
            <a:prstGeom prst="line">
              <a:avLst/>
            </a:prstGeom>
            <a:solidFill>
              <a:srgbClr val="464646"/>
            </a:solidFill>
            <a:ln w="38100">
              <a:solidFill>
                <a:srgbClr val="464646"/>
              </a:solidFill>
            </a:ln>
          </p:spPr>
          <p:style>
            <a:lnRef idx="1">
              <a:schemeClr val="dk1"/>
            </a:lnRef>
            <a:fillRef idx="0">
              <a:schemeClr val="dk1"/>
            </a:fillRef>
            <a:effectRef idx="0">
              <a:schemeClr val="dk1"/>
            </a:effectRef>
            <a:fontRef idx="minor">
              <a:schemeClr val="tx1"/>
            </a:fontRef>
          </p:style>
        </p:cxnSp>
        <p:grpSp>
          <p:nvGrpSpPr>
            <p:cNvPr id="17" name="Group 16">
              <a:extLst>
                <a:ext uri="{FF2B5EF4-FFF2-40B4-BE49-F238E27FC236}">
                  <a16:creationId xmlns:a16="http://schemas.microsoft.com/office/drawing/2014/main" id="{1FAD48E1-DC45-4B3D-9CE5-613250708496}"/>
                </a:ext>
              </a:extLst>
            </p:cNvPr>
            <p:cNvGrpSpPr/>
            <p:nvPr/>
          </p:nvGrpSpPr>
          <p:grpSpPr>
            <a:xfrm>
              <a:off x="4203288" y="2479090"/>
              <a:ext cx="436874" cy="448528"/>
              <a:chOff x="2320288" y="2903541"/>
              <a:chExt cx="332555" cy="302680"/>
            </a:xfrm>
            <a:solidFill>
              <a:srgbClr val="464646"/>
            </a:solidFill>
          </p:grpSpPr>
          <p:cxnSp>
            <p:nvCxnSpPr>
              <p:cNvPr id="23" name="Straight Connector 22">
                <a:extLst>
                  <a:ext uri="{FF2B5EF4-FFF2-40B4-BE49-F238E27FC236}">
                    <a16:creationId xmlns:a16="http://schemas.microsoft.com/office/drawing/2014/main" id="{B01FD1D1-046F-457B-AB63-2702CE3E906E}"/>
                  </a:ext>
                </a:extLst>
              </p:cNvPr>
              <p:cNvCxnSpPr>
                <a:cxnSpLocks/>
              </p:cNvCxnSpPr>
              <p:nvPr/>
            </p:nvCxnSpPr>
            <p:spPr>
              <a:xfrm flipH="1" flipV="1">
                <a:off x="2321560" y="3054881"/>
                <a:ext cx="331283" cy="151340"/>
              </a:xfrm>
              <a:prstGeom prst="line">
                <a:avLst/>
              </a:prstGeom>
              <a:grpFill/>
              <a:ln w="38100" cap="rnd">
                <a:solidFill>
                  <a:srgbClr val="464646"/>
                </a:solidFill>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895660C3-C72C-43EE-9C4A-170F85E5BE08}"/>
                  </a:ext>
                </a:extLst>
              </p:cNvPr>
              <p:cNvCxnSpPr>
                <a:cxnSpLocks/>
              </p:cNvCxnSpPr>
              <p:nvPr/>
            </p:nvCxnSpPr>
            <p:spPr>
              <a:xfrm flipH="1">
                <a:off x="2320288" y="2903541"/>
                <a:ext cx="331283" cy="151340"/>
              </a:xfrm>
              <a:prstGeom prst="line">
                <a:avLst/>
              </a:prstGeom>
              <a:grpFill/>
              <a:ln w="38100" cap="rnd">
                <a:solidFill>
                  <a:srgbClr val="464646"/>
                </a:solidFill>
              </a:ln>
            </p:spPr>
            <p:style>
              <a:lnRef idx="1">
                <a:schemeClr val="dk1"/>
              </a:lnRef>
              <a:fillRef idx="0">
                <a:schemeClr val="dk1"/>
              </a:fillRef>
              <a:effectRef idx="0">
                <a:schemeClr val="dk1"/>
              </a:effectRef>
              <a:fontRef idx="minor">
                <a:schemeClr val="tx1"/>
              </a:fontRef>
            </p:style>
          </p:cxnSp>
        </p:grpSp>
        <p:cxnSp>
          <p:nvCxnSpPr>
            <p:cNvPr id="19" name="Straight Connector 18">
              <a:extLst>
                <a:ext uri="{FF2B5EF4-FFF2-40B4-BE49-F238E27FC236}">
                  <a16:creationId xmlns:a16="http://schemas.microsoft.com/office/drawing/2014/main" id="{A74EE503-8FC0-42A6-8860-CA4EE42272E4}"/>
                </a:ext>
              </a:extLst>
            </p:cNvPr>
            <p:cNvCxnSpPr>
              <a:cxnSpLocks/>
            </p:cNvCxnSpPr>
            <p:nvPr/>
          </p:nvCxnSpPr>
          <p:spPr>
            <a:xfrm flipV="1">
              <a:off x="5048904" y="2844800"/>
              <a:ext cx="142425" cy="1164292"/>
            </a:xfrm>
            <a:prstGeom prst="line">
              <a:avLst/>
            </a:prstGeom>
            <a:solidFill>
              <a:srgbClr val="464646"/>
            </a:solidFill>
            <a:ln w="38100">
              <a:solidFill>
                <a:srgbClr val="464646"/>
              </a:solidFill>
            </a:ln>
          </p:spPr>
          <p:style>
            <a:lnRef idx="1">
              <a:schemeClr val="dk1"/>
            </a:lnRef>
            <a:fillRef idx="0">
              <a:schemeClr val="dk1"/>
            </a:fillRef>
            <a:effectRef idx="0">
              <a:schemeClr val="dk1"/>
            </a:effectRef>
            <a:fontRef idx="minor">
              <a:schemeClr val="tx1"/>
            </a:fontRef>
          </p:style>
        </p:cxnSp>
        <p:sp>
          <p:nvSpPr>
            <p:cNvPr id="12" name="Rectangle: Rounded Corners 11">
              <a:extLst>
                <a:ext uri="{FF2B5EF4-FFF2-40B4-BE49-F238E27FC236}">
                  <a16:creationId xmlns:a16="http://schemas.microsoft.com/office/drawing/2014/main" id="{F4189FDA-9FE8-490B-8A70-2E941811021F}"/>
                </a:ext>
              </a:extLst>
            </p:cNvPr>
            <p:cNvSpPr/>
            <p:nvPr/>
          </p:nvSpPr>
          <p:spPr>
            <a:xfrm>
              <a:off x="4355556" y="4106208"/>
              <a:ext cx="975271" cy="150698"/>
            </a:xfrm>
            <a:prstGeom prst="roundRect">
              <a:avLst/>
            </a:prstGeom>
            <a:solidFill>
              <a:srgbClr val="F2A40D"/>
            </a:solidFill>
            <a:ln w="38100">
              <a:solidFill>
                <a:srgbClr val="4646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grpSp>
          <p:nvGrpSpPr>
            <p:cNvPr id="18" name="Group 17">
              <a:extLst>
                <a:ext uri="{FF2B5EF4-FFF2-40B4-BE49-F238E27FC236}">
                  <a16:creationId xmlns:a16="http://schemas.microsoft.com/office/drawing/2014/main" id="{FDA3EFCD-0DF8-419D-8533-D781521E597E}"/>
                </a:ext>
              </a:extLst>
            </p:cNvPr>
            <p:cNvGrpSpPr/>
            <p:nvPr/>
          </p:nvGrpSpPr>
          <p:grpSpPr>
            <a:xfrm flipH="1">
              <a:off x="5035162" y="2479090"/>
              <a:ext cx="436872" cy="448528"/>
              <a:chOff x="2320288" y="2903541"/>
              <a:chExt cx="332555" cy="302680"/>
            </a:xfrm>
            <a:solidFill>
              <a:srgbClr val="464646"/>
            </a:solidFill>
          </p:grpSpPr>
          <p:cxnSp>
            <p:nvCxnSpPr>
              <p:cNvPr id="21" name="Straight Connector 20">
                <a:extLst>
                  <a:ext uri="{FF2B5EF4-FFF2-40B4-BE49-F238E27FC236}">
                    <a16:creationId xmlns:a16="http://schemas.microsoft.com/office/drawing/2014/main" id="{C3CC6A5A-182E-4A09-9C04-EB191881D789}"/>
                  </a:ext>
                </a:extLst>
              </p:cNvPr>
              <p:cNvCxnSpPr>
                <a:cxnSpLocks/>
              </p:cNvCxnSpPr>
              <p:nvPr/>
            </p:nvCxnSpPr>
            <p:spPr>
              <a:xfrm flipH="1" flipV="1">
                <a:off x="2321560" y="3054881"/>
                <a:ext cx="331283" cy="151340"/>
              </a:xfrm>
              <a:prstGeom prst="line">
                <a:avLst/>
              </a:prstGeom>
              <a:grpFill/>
              <a:ln w="38100" cap="rnd">
                <a:solidFill>
                  <a:srgbClr val="464646"/>
                </a:solidFill>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440C8953-0555-48CC-8255-78F17E053EE7}"/>
                  </a:ext>
                </a:extLst>
              </p:cNvPr>
              <p:cNvCxnSpPr>
                <a:cxnSpLocks/>
              </p:cNvCxnSpPr>
              <p:nvPr/>
            </p:nvCxnSpPr>
            <p:spPr>
              <a:xfrm flipH="1">
                <a:off x="2320288" y="2903541"/>
                <a:ext cx="331283" cy="151340"/>
              </a:xfrm>
              <a:prstGeom prst="line">
                <a:avLst/>
              </a:prstGeom>
              <a:grpFill/>
              <a:ln w="38100" cap="rnd">
                <a:solidFill>
                  <a:srgbClr val="464646"/>
                </a:solidFill>
              </a:ln>
            </p:spPr>
            <p:style>
              <a:lnRef idx="1">
                <a:schemeClr val="dk1"/>
              </a:lnRef>
              <a:fillRef idx="0">
                <a:schemeClr val="dk1"/>
              </a:fillRef>
              <a:effectRef idx="0">
                <a:schemeClr val="dk1"/>
              </a:effectRef>
              <a:fontRef idx="minor">
                <a:schemeClr val="tx1"/>
              </a:fontRef>
            </p:style>
          </p:cxnSp>
        </p:grpSp>
      </p:grpSp>
      <p:cxnSp>
        <p:nvCxnSpPr>
          <p:cNvPr id="34" name="Straight Connector 33">
            <a:extLst>
              <a:ext uri="{FF2B5EF4-FFF2-40B4-BE49-F238E27FC236}">
                <a16:creationId xmlns:a16="http://schemas.microsoft.com/office/drawing/2014/main" id="{29B538CA-8CCB-43FB-B5E5-5FC04EBC1F54}"/>
              </a:ext>
            </a:extLst>
          </p:cNvPr>
          <p:cNvCxnSpPr>
            <a:cxnSpLocks/>
            <a:stCxn id="26" idx="2"/>
          </p:cNvCxnSpPr>
          <p:nvPr userDrawn="1"/>
        </p:nvCxnSpPr>
        <p:spPr>
          <a:xfrm flipH="1">
            <a:off x="673735" y="4203953"/>
            <a:ext cx="955204" cy="0"/>
          </a:xfrm>
          <a:prstGeom prst="line">
            <a:avLst/>
          </a:prstGeom>
          <a:solidFill>
            <a:srgbClr val="464646"/>
          </a:solidFill>
          <a:ln w="38100">
            <a:solidFill>
              <a:srgbClr val="464646"/>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43545348"/>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Important Example">
    <p:spTree>
      <p:nvGrpSpPr>
        <p:cNvPr id="1" name=""/>
        <p:cNvGrpSpPr/>
        <p:nvPr/>
      </p:nvGrpSpPr>
      <p:grpSpPr>
        <a:xfrm>
          <a:off x="0" y="0"/>
          <a:ext cx="0" cy="0"/>
          <a:chOff x="0" y="0"/>
          <a:chExt cx="0" cy="0"/>
        </a:xfrm>
      </p:grpSpPr>
      <p:sp>
        <p:nvSpPr>
          <p:cNvPr id="9" name="Slide Number">
            <a:extLst>
              <a:ext uri="{FF2B5EF4-FFF2-40B4-BE49-F238E27FC236}">
                <a16:creationId xmlns:a16="http://schemas.microsoft.com/office/drawing/2014/main" id="{1865BF6B-7F07-4E9C-879F-80E36EEB3405}"/>
              </a:ext>
            </a:extLst>
          </p:cNvPr>
          <p:cNvSpPr>
            <a:spLocks noGrp="1"/>
          </p:cNvSpPr>
          <p:nvPr>
            <p:ph type="sldNum" sz="quarter" idx="4"/>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a:t>
            </a:fld>
            <a:endParaRPr lang="en-US" noProof="0" dirty="0"/>
          </a:p>
        </p:txBody>
      </p:sp>
      <p:sp>
        <p:nvSpPr>
          <p:cNvPr id="12" name="Rectangle Left">
            <a:extLst>
              <a:ext uri="{FF2B5EF4-FFF2-40B4-BE49-F238E27FC236}">
                <a16:creationId xmlns:a16="http://schemas.microsoft.com/office/drawing/2014/main" id="{345FB1C8-7F66-4D5C-ACCE-AE919936BCFD}"/>
              </a:ext>
            </a:extLst>
          </p:cNvPr>
          <p:cNvSpPr/>
          <p:nvPr/>
        </p:nvSpPr>
        <p:spPr>
          <a:xfrm>
            <a:off x="0" y="0"/>
            <a:ext cx="115383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dirty="0">
              <a:ln>
                <a:noFill/>
              </a:ln>
              <a:solidFill>
                <a:srgbClr val="F7C86D"/>
              </a:solidFill>
              <a:effectLst/>
              <a:uLnTx/>
              <a:uFillTx/>
              <a:latin typeface="Calibri" panose="020F0502020204030204"/>
              <a:ea typeface="맑은 고딕" panose="020B0503020000020004" pitchFamily="34" charset="-127"/>
              <a:cs typeface="+mn-cs"/>
            </a:endParaRPr>
          </a:p>
        </p:txBody>
      </p:sp>
      <p:sp>
        <p:nvSpPr>
          <p:cNvPr id="15" name="Slide Body Text">
            <a:extLst>
              <a:ext uri="{FF2B5EF4-FFF2-40B4-BE49-F238E27FC236}">
                <a16:creationId xmlns:a16="http://schemas.microsoft.com/office/drawing/2014/main" id="{6157C8DE-E0AF-422B-BBB1-F0AF1264B5E9}"/>
              </a:ext>
            </a:extLst>
          </p:cNvPr>
          <p:cNvSpPr>
            <a:spLocks noGrp="1"/>
          </p:cNvSpPr>
          <p:nvPr>
            <p:ph type="body" sz="quarter" idx="10"/>
          </p:nvPr>
        </p:nvSpPr>
        <p:spPr>
          <a:xfrm>
            <a:off x="1673561" y="1121143"/>
            <a:ext cx="10321675" cy="5546589"/>
          </a:xfrm>
        </p:spPr>
        <p:txBody>
          <a:bodyPr/>
          <a:lstStyle>
            <a:lvl1pPr latinLnBrk="0">
              <a:defRPr>
                <a:solidFill>
                  <a:schemeClr val="tx1"/>
                </a:solidFill>
              </a:defRPr>
            </a:lvl1pPr>
            <a:lvl2pPr latinLnBrk="0">
              <a:defRPr>
                <a:solidFill>
                  <a:schemeClr val="tx1"/>
                </a:solidFill>
              </a:defRPr>
            </a:lvl2pPr>
            <a:lvl3pPr latinLnBrk="0">
              <a:defRPr>
                <a:solidFill>
                  <a:schemeClr val="tx1"/>
                </a:solidFill>
              </a:defRPr>
            </a:lvl3pPr>
            <a:lvl4pPr latinLnBrk="0">
              <a:defRPr>
                <a:solidFill>
                  <a:schemeClr val="tx1"/>
                </a:solidFill>
              </a:defRPr>
            </a:lvl4pPr>
            <a:lvl5pPr latinLnBrk="0">
              <a:defRPr>
                <a:solidFill>
                  <a:schemeClr val="tx1"/>
                </a:solidFill>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pic>
        <p:nvPicPr>
          <p:cNvPr id="16" name="Logo Software University" descr="Software University logo">
            <a:extLst>
              <a:ext uri="{FF2B5EF4-FFF2-40B4-BE49-F238E27FC236}">
                <a16:creationId xmlns:a16="http://schemas.microsoft.com/office/drawing/2014/main" id="{EFEBB553-EACE-4B4F-8B4F-7629FDD910A4}"/>
              </a:ext>
            </a:extLst>
          </p:cNvPr>
          <p:cNvPicPr>
            <a:picLocks noChangeAspect="1"/>
          </p:cNvPicPr>
          <p:nvPr userDrawn="1"/>
        </p:nvPicPr>
        <p:blipFill>
          <a:blip r:embed="rId2" cstate="hq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008761" y="190267"/>
            <a:ext cx="2013336" cy="690975"/>
          </a:xfrm>
          <a:prstGeom prst="rect">
            <a:avLst/>
          </a:prstGeom>
        </p:spPr>
      </p:pic>
      <p:sp>
        <p:nvSpPr>
          <p:cNvPr id="13" name="Slide Title">
            <a:extLst>
              <a:ext uri="{FF2B5EF4-FFF2-40B4-BE49-F238E27FC236}">
                <a16:creationId xmlns:a16="http://schemas.microsoft.com/office/drawing/2014/main" id="{0D5CC956-5C4A-44BE-8F8B-327FAFA51E97}"/>
              </a:ext>
            </a:extLst>
          </p:cNvPr>
          <p:cNvSpPr>
            <a:spLocks noGrp="1"/>
          </p:cNvSpPr>
          <p:nvPr>
            <p:ph type="title" hasCustomPrompt="1"/>
          </p:nvPr>
        </p:nvSpPr>
        <p:spPr>
          <a:xfrm>
            <a:off x="1296957" y="100750"/>
            <a:ext cx="8625520" cy="882654"/>
          </a:xfrm>
        </p:spPr>
        <p:txBody>
          <a:bodyPr/>
          <a:lstStyle>
            <a:lvl1pPr latinLnBrk="0">
              <a:defRPr/>
            </a:lvl1pPr>
          </a:lstStyle>
          <a:p>
            <a:r>
              <a:rPr lang="en-US" noProof="0" dirty="0"/>
              <a:t>Slide Title</a:t>
            </a:r>
          </a:p>
        </p:txBody>
      </p:sp>
      <p:grpSp>
        <p:nvGrpSpPr>
          <p:cNvPr id="33" name="Group 32">
            <a:extLst>
              <a:ext uri="{FF2B5EF4-FFF2-40B4-BE49-F238E27FC236}">
                <a16:creationId xmlns:a16="http://schemas.microsoft.com/office/drawing/2014/main" id="{7CF60135-47AA-48F0-96BA-0E795668ABDB}"/>
              </a:ext>
            </a:extLst>
          </p:cNvPr>
          <p:cNvGrpSpPr/>
          <p:nvPr userDrawn="1"/>
        </p:nvGrpSpPr>
        <p:grpSpPr>
          <a:xfrm>
            <a:off x="392806" y="3429000"/>
            <a:ext cx="1522048" cy="2411973"/>
            <a:chOff x="3928039" y="1792355"/>
            <a:chExt cx="1830304" cy="2900460"/>
          </a:xfrm>
        </p:grpSpPr>
        <p:grpSp>
          <p:nvGrpSpPr>
            <p:cNvPr id="34" name="Group 33">
              <a:extLst>
                <a:ext uri="{FF2B5EF4-FFF2-40B4-BE49-F238E27FC236}">
                  <a16:creationId xmlns:a16="http://schemas.microsoft.com/office/drawing/2014/main" id="{2823380E-3936-41AF-BDF7-DA54D75BBF6B}"/>
                </a:ext>
              </a:extLst>
            </p:cNvPr>
            <p:cNvGrpSpPr/>
            <p:nvPr/>
          </p:nvGrpSpPr>
          <p:grpSpPr>
            <a:xfrm>
              <a:off x="3928039" y="1792355"/>
              <a:ext cx="1830304" cy="2206534"/>
              <a:chOff x="3216839" y="2404072"/>
              <a:chExt cx="1830304" cy="2206534"/>
            </a:xfrm>
          </p:grpSpPr>
          <p:sp>
            <p:nvSpPr>
              <p:cNvPr id="47" name="Oval 46">
                <a:extLst>
                  <a:ext uri="{FF2B5EF4-FFF2-40B4-BE49-F238E27FC236}">
                    <a16:creationId xmlns:a16="http://schemas.microsoft.com/office/drawing/2014/main" id="{52B047D9-D8DD-45C7-9BC8-6D4F682F5182}"/>
                  </a:ext>
                </a:extLst>
              </p:cNvPr>
              <p:cNvSpPr/>
              <p:nvPr/>
            </p:nvSpPr>
            <p:spPr>
              <a:xfrm>
                <a:off x="3216839" y="2404072"/>
                <a:ext cx="1830304" cy="1830304"/>
              </a:xfrm>
              <a:prstGeom prst="ellipse">
                <a:avLst/>
              </a:prstGeom>
              <a:solidFill>
                <a:srgbClr val="F2A4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48" name="Rectangle 5">
                <a:extLst>
                  <a:ext uri="{FF2B5EF4-FFF2-40B4-BE49-F238E27FC236}">
                    <a16:creationId xmlns:a16="http://schemas.microsoft.com/office/drawing/2014/main" id="{4D84FE51-BD8E-47EA-9463-CE02FEA31766}"/>
                  </a:ext>
                </a:extLst>
              </p:cNvPr>
              <p:cNvSpPr/>
              <p:nvPr/>
            </p:nvSpPr>
            <p:spPr>
              <a:xfrm>
                <a:off x="3699615" y="3807346"/>
                <a:ext cx="1143001" cy="803260"/>
              </a:xfrm>
              <a:custGeom>
                <a:avLst/>
                <a:gdLst>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1130300"/>
                  <a:gd name="connsiteY0" fmla="*/ 0 h 787400"/>
                  <a:gd name="connsiteX1" fmla="*/ 1130300 w 1130300"/>
                  <a:gd name="connsiteY1" fmla="*/ 50800 h 787400"/>
                  <a:gd name="connsiteX2" fmla="*/ 876300 w 1130300"/>
                  <a:gd name="connsiteY2" fmla="*/ 787400 h 787400"/>
                  <a:gd name="connsiteX3" fmla="*/ 0 w 1130300"/>
                  <a:gd name="connsiteY3" fmla="*/ 787400 h 787400"/>
                  <a:gd name="connsiteX4" fmla="*/ 0 w 1130300"/>
                  <a:gd name="connsiteY4" fmla="*/ 0 h 787400"/>
                  <a:gd name="connsiteX0" fmla="*/ 0 w 1136650"/>
                  <a:gd name="connsiteY0" fmla="*/ 0 h 787400"/>
                  <a:gd name="connsiteX1" fmla="*/ 1136650 w 1136650"/>
                  <a:gd name="connsiteY1" fmla="*/ 38100 h 787400"/>
                  <a:gd name="connsiteX2" fmla="*/ 876300 w 1136650"/>
                  <a:gd name="connsiteY2" fmla="*/ 787400 h 787400"/>
                  <a:gd name="connsiteX3" fmla="*/ 0 w 1136650"/>
                  <a:gd name="connsiteY3" fmla="*/ 787400 h 787400"/>
                  <a:gd name="connsiteX4" fmla="*/ 0 w 1136650"/>
                  <a:gd name="connsiteY4" fmla="*/ 0 h 787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6650" h="787400">
                    <a:moveTo>
                      <a:pt x="0" y="0"/>
                    </a:moveTo>
                    <a:lnTo>
                      <a:pt x="1136650" y="38100"/>
                    </a:lnTo>
                    <a:cubicBezTo>
                      <a:pt x="920750" y="376767"/>
                      <a:pt x="876300" y="524933"/>
                      <a:pt x="876300" y="787400"/>
                    </a:cubicBezTo>
                    <a:lnTo>
                      <a:pt x="0" y="787400"/>
                    </a:lnTo>
                    <a:lnTo>
                      <a:pt x="0" y="0"/>
                    </a:lnTo>
                    <a:close/>
                  </a:path>
                </a:pathLst>
              </a:custGeom>
              <a:solidFill>
                <a:srgbClr val="F2A4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dirty="0"/>
              </a:p>
            </p:txBody>
          </p:sp>
          <p:sp>
            <p:nvSpPr>
              <p:cNvPr id="49" name="Rectangle 5">
                <a:extLst>
                  <a:ext uri="{FF2B5EF4-FFF2-40B4-BE49-F238E27FC236}">
                    <a16:creationId xmlns:a16="http://schemas.microsoft.com/office/drawing/2014/main" id="{F5C8F037-C197-4219-AC87-3A81763512BC}"/>
                  </a:ext>
                </a:extLst>
              </p:cNvPr>
              <p:cNvSpPr/>
              <p:nvPr/>
            </p:nvSpPr>
            <p:spPr>
              <a:xfrm flipH="1">
                <a:off x="3426570" y="3807347"/>
                <a:ext cx="1143000" cy="803259"/>
              </a:xfrm>
              <a:custGeom>
                <a:avLst/>
                <a:gdLst>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1130300"/>
                  <a:gd name="connsiteY0" fmla="*/ 0 h 787400"/>
                  <a:gd name="connsiteX1" fmla="*/ 1130300 w 1130300"/>
                  <a:gd name="connsiteY1" fmla="*/ 50800 h 787400"/>
                  <a:gd name="connsiteX2" fmla="*/ 876300 w 1130300"/>
                  <a:gd name="connsiteY2" fmla="*/ 787400 h 787400"/>
                  <a:gd name="connsiteX3" fmla="*/ 0 w 1130300"/>
                  <a:gd name="connsiteY3" fmla="*/ 787400 h 787400"/>
                  <a:gd name="connsiteX4" fmla="*/ 0 w 1130300"/>
                  <a:gd name="connsiteY4" fmla="*/ 0 h 787400"/>
                  <a:gd name="connsiteX0" fmla="*/ 0 w 1136650"/>
                  <a:gd name="connsiteY0" fmla="*/ 0 h 787400"/>
                  <a:gd name="connsiteX1" fmla="*/ 1136650 w 1136650"/>
                  <a:gd name="connsiteY1" fmla="*/ 38100 h 787400"/>
                  <a:gd name="connsiteX2" fmla="*/ 876300 w 1136650"/>
                  <a:gd name="connsiteY2" fmla="*/ 787400 h 787400"/>
                  <a:gd name="connsiteX3" fmla="*/ 0 w 1136650"/>
                  <a:gd name="connsiteY3" fmla="*/ 787400 h 787400"/>
                  <a:gd name="connsiteX4" fmla="*/ 0 w 1136650"/>
                  <a:gd name="connsiteY4" fmla="*/ 0 h 787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6650" h="787400">
                    <a:moveTo>
                      <a:pt x="0" y="0"/>
                    </a:moveTo>
                    <a:lnTo>
                      <a:pt x="1136650" y="38100"/>
                    </a:lnTo>
                    <a:cubicBezTo>
                      <a:pt x="920750" y="376767"/>
                      <a:pt x="876300" y="524933"/>
                      <a:pt x="876300" y="787400"/>
                    </a:cubicBezTo>
                    <a:lnTo>
                      <a:pt x="0" y="787400"/>
                    </a:lnTo>
                    <a:lnTo>
                      <a:pt x="0" y="0"/>
                    </a:lnTo>
                    <a:close/>
                  </a:path>
                </a:pathLst>
              </a:custGeom>
              <a:solidFill>
                <a:srgbClr val="F2A4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dirty="0"/>
              </a:p>
            </p:txBody>
          </p:sp>
          <p:sp>
            <p:nvSpPr>
              <p:cNvPr id="50" name="Arc 49">
                <a:extLst>
                  <a:ext uri="{FF2B5EF4-FFF2-40B4-BE49-F238E27FC236}">
                    <a16:creationId xmlns:a16="http://schemas.microsoft.com/office/drawing/2014/main" id="{786EE401-CF8E-439B-94A0-EE6F3A7D5798}"/>
                  </a:ext>
                </a:extLst>
              </p:cNvPr>
              <p:cNvSpPr/>
              <p:nvPr/>
            </p:nvSpPr>
            <p:spPr>
              <a:xfrm>
                <a:off x="3454111" y="2482850"/>
                <a:ext cx="1504950" cy="1504950"/>
              </a:xfrm>
              <a:prstGeom prst="arc">
                <a:avLst>
                  <a:gd name="adj1" fmla="val 18068338"/>
                  <a:gd name="adj2" fmla="val 0"/>
                </a:avLst>
              </a:prstGeom>
              <a:ln w="38100" cap="rnd">
                <a:solidFill>
                  <a:schemeClr val="bg2"/>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bg-BG">
                  <a:ln w="57150">
                    <a:solidFill>
                      <a:schemeClr val="tx1"/>
                    </a:solidFill>
                  </a:ln>
                </a:endParaRPr>
              </a:p>
            </p:txBody>
          </p:sp>
          <p:sp>
            <p:nvSpPr>
              <p:cNvPr id="51" name="Arc 50">
                <a:extLst>
                  <a:ext uri="{FF2B5EF4-FFF2-40B4-BE49-F238E27FC236}">
                    <a16:creationId xmlns:a16="http://schemas.microsoft.com/office/drawing/2014/main" id="{8D9ACD38-B3EB-4A63-9730-CBF0501BF235}"/>
                  </a:ext>
                </a:extLst>
              </p:cNvPr>
              <p:cNvSpPr/>
              <p:nvPr/>
            </p:nvSpPr>
            <p:spPr>
              <a:xfrm>
                <a:off x="3454111" y="2482849"/>
                <a:ext cx="1504950" cy="1504950"/>
              </a:xfrm>
              <a:prstGeom prst="arc">
                <a:avLst>
                  <a:gd name="adj1" fmla="val 17518504"/>
                  <a:gd name="adj2" fmla="val 17709817"/>
                </a:avLst>
              </a:prstGeom>
              <a:ln w="38100" cap="rnd">
                <a:solidFill>
                  <a:schemeClr val="bg2"/>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bg-BG">
                  <a:ln w="57150">
                    <a:solidFill>
                      <a:schemeClr val="tx1"/>
                    </a:solidFill>
                  </a:ln>
                </a:endParaRPr>
              </a:p>
            </p:txBody>
          </p:sp>
        </p:grpSp>
        <p:sp>
          <p:nvSpPr>
            <p:cNvPr id="35" name="Rectangle: Rounded Corners 34">
              <a:extLst>
                <a:ext uri="{FF2B5EF4-FFF2-40B4-BE49-F238E27FC236}">
                  <a16:creationId xmlns:a16="http://schemas.microsoft.com/office/drawing/2014/main" id="{64EE493E-A353-4C75-A3B9-D48ABA2C57CC}"/>
                </a:ext>
              </a:extLst>
            </p:cNvPr>
            <p:cNvSpPr/>
            <p:nvPr/>
          </p:nvSpPr>
          <p:spPr>
            <a:xfrm>
              <a:off x="4400007" y="4324162"/>
              <a:ext cx="886369" cy="150698"/>
            </a:xfrm>
            <a:prstGeom prst="roundRect">
              <a:avLst/>
            </a:prstGeom>
            <a:solidFill>
              <a:srgbClr val="F2A40D"/>
            </a:solidFill>
            <a:ln w="38100">
              <a:solidFill>
                <a:srgbClr val="4646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36" name="Rectangle: Rounded Corners 35">
              <a:extLst>
                <a:ext uri="{FF2B5EF4-FFF2-40B4-BE49-F238E27FC236}">
                  <a16:creationId xmlns:a16="http://schemas.microsoft.com/office/drawing/2014/main" id="{718408B9-204E-42E3-9E79-33E047E869BC}"/>
                </a:ext>
              </a:extLst>
            </p:cNvPr>
            <p:cNvSpPr/>
            <p:nvPr/>
          </p:nvSpPr>
          <p:spPr>
            <a:xfrm>
              <a:off x="4533357" y="4542116"/>
              <a:ext cx="619670" cy="150699"/>
            </a:xfrm>
            <a:prstGeom prst="roundRect">
              <a:avLst/>
            </a:prstGeom>
            <a:solidFill>
              <a:srgbClr val="F2A40D"/>
            </a:solidFill>
            <a:ln w="38100">
              <a:solidFill>
                <a:srgbClr val="464646"/>
              </a:solidFill>
            </a:ln>
            <a:effectLst>
              <a:outerShdw blurRad="152400" dist="381000" dir="5400000" sx="70000" sy="70000"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cxnSp>
          <p:nvCxnSpPr>
            <p:cNvPr id="37" name="Straight Connector 36">
              <a:extLst>
                <a:ext uri="{FF2B5EF4-FFF2-40B4-BE49-F238E27FC236}">
                  <a16:creationId xmlns:a16="http://schemas.microsoft.com/office/drawing/2014/main" id="{0AB66D97-DF6F-4CD2-AF13-42B5C852F673}"/>
                </a:ext>
              </a:extLst>
            </p:cNvPr>
            <p:cNvCxnSpPr>
              <a:cxnSpLocks/>
            </p:cNvCxnSpPr>
            <p:nvPr/>
          </p:nvCxnSpPr>
          <p:spPr>
            <a:xfrm flipH="1" flipV="1">
              <a:off x="4472677" y="2844800"/>
              <a:ext cx="161562" cy="1164292"/>
            </a:xfrm>
            <a:prstGeom prst="line">
              <a:avLst/>
            </a:prstGeom>
            <a:solidFill>
              <a:srgbClr val="464646"/>
            </a:solidFill>
            <a:ln w="38100">
              <a:solidFill>
                <a:srgbClr val="464646"/>
              </a:solidFill>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F2AFBA69-C196-4703-8AAB-5F72A8EDCEB5}"/>
                </a:ext>
              </a:extLst>
            </p:cNvPr>
            <p:cNvCxnSpPr>
              <a:cxnSpLocks/>
            </p:cNvCxnSpPr>
            <p:nvPr/>
          </p:nvCxnSpPr>
          <p:spPr>
            <a:xfrm flipH="1">
              <a:off x="4578548" y="3618567"/>
              <a:ext cx="528128" cy="0"/>
            </a:xfrm>
            <a:prstGeom prst="line">
              <a:avLst/>
            </a:prstGeom>
            <a:solidFill>
              <a:srgbClr val="464646"/>
            </a:solidFill>
            <a:ln w="38100">
              <a:solidFill>
                <a:srgbClr val="464646"/>
              </a:solidFill>
            </a:ln>
          </p:spPr>
          <p:style>
            <a:lnRef idx="1">
              <a:schemeClr val="dk1"/>
            </a:lnRef>
            <a:fillRef idx="0">
              <a:schemeClr val="dk1"/>
            </a:fillRef>
            <a:effectRef idx="0">
              <a:schemeClr val="dk1"/>
            </a:effectRef>
            <a:fontRef idx="minor">
              <a:schemeClr val="tx1"/>
            </a:fontRef>
          </p:style>
        </p:cxnSp>
        <p:grpSp>
          <p:nvGrpSpPr>
            <p:cNvPr id="39" name="Group 38">
              <a:extLst>
                <a:ext uri="{FF2B5EF4-FFF2-40B4-BE49-F238E27FC236}">
                  <a16:creationId xmlns:a16="http://schemas.microsoft.com/office/drawing/2014/main" id="{9AFC66C1-0C1C-4332-9C4E-782574C896B8}"/>
                </a:ext>
              </a:extLst>
            </p:cNvPr>
            <p:cNvGrpSpPr/>
            <p:nvPr/>
          </p:nvGrpSpPr>
          <p:grpSpPr>
            <a:xfrm>
              <a:off x="4203288" y="2479090"/>
              <a:ext cx="436874" cy="448528"/>
              <a:chOff x="2320288" y="2903541"/>
              <a:chExt cx="332555" cy="302680"/>
            </a:xfrm>
            <a:solidFill>
              <a:srgbClr val="464646"/>
            </a:solidFill>
          </p:grpSpPr>
          <p:cxnSp>
            <p:nvCxnSpPr>
              <p:cNvPr id="45" name="Straight Connector 44">
                <a:extLst>
                  <a:ext uri="{FF2B5EF4-FFF2-40B4-BE49-F238E27FC236}">
                    <a16:creationId xmlns:a16="http://schemas.microsoft.com/office/drawing/2014/main" id="{872CA8AD-EAF6-40BE-9DDE-ECDB4A980CA5}"/>
                  </a:ext>
                </a:extLst>
              </p:cNvPr>
              <p:cNvCxnSpPr>
                <a:cxnSpLocks/>
              </p:cNvCxnSpPr>
              <p:nvPr/>
            </p:nvCxnSpPr>
            <p:spPr>
              <a:xfrm flipH="1" flipV="1">
                <a:off x="2321560" y="3054881"/>
                <a:ext cx="331283" cy="151340"/>
              </a:xfrm>
              <a:prstGeom prst="line">
                <a:avLst/>
              </a:prstGeom>
              <a:grpFill/>
              <a:ln w="38100" cap="rnd">
                <a:solidFill>
                  <a:srgbClr val="464646"/>
                </a:solidFill>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57DD3EC7-1A13-4AFE-BD6F-DA12C281FAFB}"/>
                  </a:ext>
                </a:extLst>
              </p:cNvPr>
              <p:cNvCxnSpPr>
                <a:cxnSpLocks/>
              </p:cNvCxnSpPr>
              <p:nvPr/>
            </p:nvCxnSpPr>
            <p:spPr>
              <a:xfrm flipH="1">
                <a:off x="2320288" y="2903541"/>
                <a:ext cx="331283" cy="151340"/>
              </a:xfrm>
              <a:prstGeom prst="line">
                <a:avLst/>
              </a:prstGeom>
              <a:grpFill/>
              <a:ln w="38100" cap="rnd">
                <a:solidFill>
                  <a:srgbClr val="464646"/>
                </a:solidFill>
              </a:ln>
            </p:spPr>
            <p:style>
              <a:lnRef idx="1">
                <a:schemeClr val="dk1"/>
              </a:lnRef>
              <a:fillRef idx="0">
                <a:schemeClr val="dk1"/>
              </a:fillRef>
              <a:effectRef idx="0">
                <a:schemeClr val="dk1"/>
              </a:effectRef>
              <a:fontRef idx="minor">
                <a:schemeClr val="tx1"/>
              </a:fontRef>
            </p:style>
          </p:cxnSp>
        </p:grpSp>
        <p:cxnSp>
          <p:nvCxnSpPr>
            <p:cNvPr id="40" name="Straight Connector 39">
              <a:extLst>
                <a:ext uri="{FF2B5EF4-FFF2-40B4-BE49-F238E27FC236}">
                  <a16:creationId xmlns:a16="http://schemas.microsoft.com/office/drawing/2014/main" id="{E46151FA-19E9-4E84-A082-EDAC6F76EA9D}"/>
                </a:ext>
              </a:extLst>
            </p:cNvPr>
            <p:cNvCxnSpPr>
              <a:cxnSpLocks/>
            </p:cNvCxnSpPr>
            <p:nvPr/>
          </p:nvCxnSpPr>
          <p:spPr>
            <a:xfrm flipV="1">
              <a:off x="5048904" y="2844800"/>
              <a:ext cx="142425" cy="1164292"/>
            </a:xfrm>
            <a:prstGeom prst="line">
              <a:avLst/>
            </a:prstGeom>
            <a:solidFill>
              <a:srgbClr val="464646"/>
            </a:solidFill>
            <a:ln w="38100">
              <a:solidFill>
                <a:srgbClr val="464646"/>
              </a:solidFill>
            </a:ln>
          </p:spPr>
          <p:style>
            <a:lnRef idx="1">
              <a:schemeClr val="dk1"/>
            </a:lnRef>
            <a:fillRef idx="0">
              <a:schemeClr val="dk1"/>
            </a:fillRef>
            <a:effectRef idx="0">
              <a:schemeClr val="dk1"/>
            </a:effectRef>
            <a:fontRef idx="minor">
              <a:schemeClr val="tx1"/>
            </a:fontRef>
          </p:style>
        </p:cxnSp>
        <p:sp>
          <p:nvSpPr>
            <p:cNvPr id="41" name="Rectangle: Rounded Corners 40">
              <a:extLst>
                <a:ext uri="{FF2B5EF4-FFF2-40B4-BE49-F238E27FC236}">
                  <a16:creationId xmlns:a16="http://schemas.microsoft.com/office/drawing/2014/main" id="{3423EEF0-5B70-4091-B2DA-0740D2609643}"/>
                </a:ext>
              </a:extLst>
            </p:cNvPr>
            <p:cNvSpPr/>
            <p:nvPr/>
          </p:nvSpPr>
          <p:spPr>
            <a:xfrm>
              <a:off x="4355556" y="4106208"/>
              <a:ext cx="975271" cy="150698"/>
            </a:xfrm>
            <a:prstGeom prst="roundRect">
              <a:avLst/>
            </a:prstGeom>
            <a:solidFill>
              <a:srgbClr val="F2A40D"/>
            </a:solidFill>
            <a:ln w="38100">
              <a:solidFill>
                <a:srgbClr val="4646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grpSp>
          <p:nvGrpSpPr>
            <p:cNvPr id="42" name="Group 41">
              <a:extLst>
                <a:ext uri="{FF2B5EF4-FFF2-40B4-BE49-F238E27FC236}">
                  <a16:creationId xmlns:a16="http://schemas.microsoft.com/office/drawing/2014/main" id="{49A8AAA7-98E7-4224-B027-830FFCC285A3}"/>
                </a:ext>
              </a:extLst>
            </p:cNvPr>
            <p:cNvGrpSpPr/>
            <p:nvPr/>
          </p:nvGrpSpPr>
          <p:grpSpPr>
            <a:xfrm flipH="1">
              <a:off x="5035162" y="2479090"/>
              <a:ext cx="436872" cy="448528"/>
              <a:chOff x="2320288" y="2903541"/>
              <a:chExt cx="332555" cy="302680"/>
            </a:xfrm>
            <a:solidFill>
              <a:srgbClr val="464646"/>
            </a:solidFill>
          </p:grpSpPr>
          <p:cxnSp>
            <p:nvCxnSpPr>
              <p:cNvPr id="43" name="Straight Connector 42">
                <a:extLst>
                  <a:ext uri="{FF2B5EF4-FFF2-40B4-BE49-F238E27FC236}">
                    <a16:creationId xmlns:a16="http://schemas.microsoft.com/office/drawing/2014/main" id="{2129EC38-471E-4685-973E-BA7A7F567C42}"/>
                  </a:ext>
                </a:extLst>
              </p:cNvPr>
              <p:cNvCxnSpPr>
                <a:cxnSpLocks/>
              </p:cNvCxnSpPr>
              <p:nvPr/>
            </p:nvCxnSpPr>
            <p:spPr>
              <a:xfrm flipH="1" flipV="1">
                <a:off x="2321560" y="3054881"/>
                <a:ext cx="331283" cy="151340"/>
              </a:xfrm>
              <a:prstGeom prst="line">
                <a:avLst/>
              </a:prstGeom>
              <a:grpFill/>
              <a:ln w="38100" cap="rnd">
                <a:solidFill>
                  <a:srgbClr val="464646"/>
                </a:solidFill>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678142BE-84C9-4834-B6CC-6623E401661C}"/>
                  </a:ext>
                </a:extLst>
              </p:cNvPr>
              <p:cNvCxnSpPr>
                <a:cxnSpLocks/>
              </p:cNvCxnSpPr>
              <p:nvPr/>
            </p:nvCxnSpPr>
            <p:spPr>
              <a:xfrm flipH="1">
                <a:off x="2320288" y="2903541"/>
                <a:ext cx="331283" cy="151340"/>
              </a:xfrm>
              <a:prstGeom prst="line">
                <a:avLst/>
              </a:prstGeom>
              <a:grpFill/>
              <a:ln w="38100" cap="rnd">
                <a:solidFill>
                  <a:srgbClr val="464646"/>
                </a:solidFill>
              </a:ln>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1679651758"/>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5" name="Slide Number">
            <a:extLst>
              <a:ext uri="{FF2B5EF4-FFF2-40B4-BE49-F238E27FC236}">
                <a16:creationId xmlns:a16="http://schemas.microsoft.com/office/drawing/2014/main" id="{F0B8C963-1813-4B69-AD27-6D02EBBBB569}"/>
              </a:ext>
            </a:extLst>
          </p:cNvPr>
          <p:cNvSpPr>
            <a:spLocks noGrp="1"/>
          </p:cNvSpPr>
          <p:nvPr>
            <p:ph type="sldNum" sz="quarter" idx="4"/>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a:t>
            </a:fld>
            <a:endParaRPr lang="en-US" noProof="0" dirty="0"/>
          </a:p>
        </p:txBody>
      </p:sp>
      <p:sp>
        <p:nvSpPr>
          <p:cNvPr id="3" name="Rectangle Left">
            <a:extLst>
              <a:ext uri="{FF2B5EF4-FFF2-40B4-BE49-F238E27FC236}">
                <a16:creationId xmlns:a16="http://schemas.microsoft.com/office/drawing/2014/main" id="{345FB1C8-7F66-4D5C-ACCE-AE919936BCFD}"/>
              </a:ext>
            </a:extLst>
          </p:cNvPr>
          <p:cNvSpPr/>
          <p:nvPr userDrawn="1"/>
        </p:nvSpPr>
        <p:spPr>
          <a:xfrm>
            <a:off x="0" y="0"/>
            <a:ext cx="429471"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1"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dirty="0">
              <a:ln>
                <a:noFill/>
              </a:ln>
              <a:solidFill>
                <a:srgbClr val="F7C86D"/>
              </a:solidFill>
              <a:effectLst/>
              <a:uLnTx/>
              <a:uFillTx/>
              <a:latin typeface="Calibri" panose="020F0502020204030204"/>
              <a:ea typeface="맑은 고딕" panose="020B0503020000020004" pitchFamily="34" charset="-127"/>
              <a:cs typeface="+mn-cs"/>
            </a:endParaRPr>
          </a:p>
        </p:txBody>
      </p:sp>
      <p:sp>
        <p:nvSpPr>
          <p:cNvPr id="7" name="Slide Body Text">
            <a:extLst>
              <a:ext uri="{FF2B5EF4-FFF2-40B4-BE49-F238E27FC236}">
                <a16:creationId xmlns:a16="http://schemas.microsoft.com/office/drawing/2014/main" id="{7296EDA7-D37D-4B31-A888-371F0804124F}"/>
              </a:ext>
            </a:extLst>
          </p:cNvPr>
          <p:cNvSpPr>
            <a:spLocks noGrp="1"/>
          </p:cNvSpPr>
          <p:nvPr>
            <p:ph type="body" sz="quarter" idx="10"/>
          </p:nvPr>
        </p:nvSpPr>
        <p:spPr>
          <a:xfrm>
            <a:off x="585176" y="1121143"/>
            <a:ext cx="11410061" cy="5546589"/>
          </a:xfrm>
        </p:spPr>
        <p:txBody>
          <a:bodyPr/>
          <a:lstStyle>
            <a:lvl1pPr latinLnBrk="0">
              <a:defRPr>
                <a:solidFill>
                  <a:schemeClr val="tx1"/>
                </a:solidFill>
              </a:defRPr>
            </a:lvl1pPr>
            <a:lvl2pPr latinLnBrk="0">
              <a:defRPr>
                <a:solidFill>
                  <a:schemeClr val="tx1"/>
                </a:solidFill>
              </a:defRPr>
            </a:lvl2pPr>
            <a:lvl3pPr latinLnBrk="0">
              <a:defRPr>
                <a:solidFill>
                  <a:schemeClr val="tx1"/>
                </a:solidFill>
              </a:defRPr>
            </a:lvl3pPr>
            <a:lvl4pPr latinLnBrk="0">
              <a:defRPr>
                <a:solidFill>
                  <a:schemeClr val="tx1"/>
                </a:solidFill>
              </a:defRPr>
            </a:lvl4pPr>
            <a:lvl5pPr latinLnBrk="0">
              <a:defRPr>
                <a:solidFill>
                  <a:schemeClr val="tx1"/>
                </a:solidFill>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Slide Title">
            <a:extLst>
              <a:ext uri="{FF2B5EF4-FFF2-40B4-BE49-F238E27FC236}">
                <a16:creationId xmlns:a16="http://schemas.microsoft.com/office/drawing/2014/main" id="{55A88B09-3557-48A3-BF27-42699C269215}"/>
              </a:ext>
            </a:extLst>
          </p:cNvPr>
          <p:cNvSpPr>
            <a:spLocks noGrp="1"/>
          </p:cNvSpPr>
          <p:nvPr>
            <p:ph type="title" hasCustomPrompt="1"/>
          </p:nvPr>
        </p:nvSpPr>
        <p:spPr>
          <a:xfrm>
            <a:off x="585176" y="100750"/>
            <a:ext cx="11410061" cy="882654"/>
          </a:xfrm>
        </p:spPr>
        <p:txBody>
          <a:bodyPr/>
          <a:lstStyle>
            <a:lvl1pPr latinLnBrk="0">
              <a:defRPr/>
            </a:lvl1pPr>
          </a:lstStyle>
          <a:p>
            <a:r>
              <a:rPr lang="en-US" noProof="0" dirty="0"/>
              <a:t>Slide Title</a:t>
            </a:r>
          </a:p>
        </p:txBody>
      </p:sp>
      <p:grpSp>
        <p:nvGrpSpPr>
          <p:cNvPr id="28" name="Group 27">
            <a:extLst>
              <a:ext uri="{FF2B5EF4-FFF2-40B4-BE49-F238E27FC236}">
                <a16:creationId xmlns:a16="http://schemas.microsoft.com/office/drawing/2014/main" id="{C4248838-4E67-439E-AE0A-0043D2CB04D6}"/>
              </a:ext>
            </a:extLst>
          </p:cNvPr>
          <p:cNvGrpSpPr/>
          <p:nvPr userDrawn="1"/>
        </p:nvGrpSpPr>
        <p:grpSpPr>
          <a:xfrm>
            <a:off x="108596" y="5591709"/>
            <a:ext cx="641749" cy="1016973"/>
            <a:chOff x="3928039" y="1792355"/>
            <a:chExt cx="1830304" cy="2900460"/>
          </a:xfrm>
        </p:grpSpPr>
        <p:grpSp>
          <p:nvGrpSpPr>
            <p:cNvPr id="29" name="Group 28">
              <a:extLst>
                <a:ext uri="{FF2B5EF4-FFF2-40B4-BE49-F238E27FC236}">
                  <a16:creationId xmlns:a16="http://schemas.microsoft.com/office/drawing/2014/main" id="{810CFD6A-2427-49D5-846A-5F93601D4184}"/>
                </a:ext>
              </a:extLst>
            </p:cNvPr>
            <p:cNvGrpSpPr/>
            <p:nvPr/>
          </p:nvGrpSpPr>
          <p:grpSpPr>
            <a:xfrm>
              <a:off x="3928039" y="1792355"/>
              <a:ext cx="1830304" cy="2206534"/>
              <a:chOff x="3216839" y="2404072"/>
              <a:chExt cx="1830304" cy="2206534"/>
            </a:xfrm>
          </p:grpSpPr>
          <p:sp>
            <p:nvSpPr>
              <p:cNvPr id="42" name="Oval 41">
                <a:extLst>
                  <a:ext uri="{FF2B5EF4-FFF2-40B4-BE49-F238E27FC236}">
                    <a16:creationId xmlns:a16="http://schemas.microsoft.com/office/drawing/2014/main" id="{017B1AE5-5C36-4839-BA1F-B404EA44E701}"/>
                  </a:ext>
                </a:extLst>
              </p:cNvPr>
              <p:cNvSpPr/>
              <p:nvPr/>
            </p:nvSpPr>
            <p:spPr>
              <a:xfrm>
                <a:off x="3216839" y="2404072"/>
                <a:ext cx="1830304" cy="1830304"/>
              </a:xfrm>
              <a:prstGeom prst="ellipse">
                <a:avLst/>
              </a:prstGeom>
              <a:solidFill>
                <a:srgbClr val="F2A4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43" name="Rectangle 5">
                <a:extLst>
                  <a:ext uri="{FF2B5EF4-FFF2-40B4-BE49-F238E27FC236}">
                    <a16:creationId xmlns:a16="http://schemas.microsoft.com/office/drawing/2014/main" id="{FB963D79-BB49-4A1D-BA66-EA0670C79BAE}"/>
                  </a:ext>
                </a:extLst>
              </p:cNvPr>
              <p:cNvSpPr/>
              <p:nvPr/>
            </p:nvSpPr>
            <p:spPr>
              <a:xfrm>
                <a:off x="3699615" y="3807346"/>
                <a:ext cx="1143001" cy="803260"/>
              </a:xfrm>
              <a:custGeom>
                <a:avLst/>
                <a:gdLst>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1130300"/>
                  <a:gd name="connsiteY0" fmla="*/ 0 h 787400"/>
                  <a:gd name="connsiteX1" fmla="*/ 1130300 w 1130300"/>
                  <a:gd name="connsiteY1" fmla="*/ 50800 h 787400"/>
                  <a:gd name="connsiteX2" fmla="*/ 876300 w 1130300"/>
                  <a:gd name="connsiteY2" fmla="*/ 787400 h 787400"/>
                  <a:gd name="connsiteX3" fmla="*/ 0 w 1130300"/>
                  <a:gd name="connsiteY3" fmla="*/ 787400 h 787400"/>
                  <a:gd name="connsiteX4" fmla="*/ 0 w 1130300"/>
                  <a:gd name="connsiteY4" fmla="*/ 0 h 787400"/>
                  <a:gd name="connsiteX0" fmla="*/ 0 w 1136650"/>
                  <a:gd name="connsiteY0" fmla="*/ 0 h 787400"/>
                  <a:gd name="connsiteX1" fmla="*/ 1136650 w 1136650"/>
                  <a:gd name="connsiteY1" fmla="*/ 38100 h 787400"/>
                  <a:gd name="connsiteX2" fmla="*/ 876300 w 1136650"/>
                  <a:gd name="connsiteY2" fmla="*/ 787400 h 787400"/>
                  <a:gd name="connsiteX3" fmla="*/ 0 w 1136650"/>
                  <a:gd name="connsiteY3" fmla="*/ 787400 h 787400"/>
                  <a:gd name="connsiteX4" fmla="*/ 0 w 1136650"/>
                  <a:gd name="connsiteY4" fmla="*/ 0 h 787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6650" h="787400">
                    <a:moveTo>
                      <a:pt x="0" y="0"/>
                    </a:moveTo>
                    <a:lnTo>
                      <a:pt x="1136650" y="38100"/>
                    </a:lnTo>
                    <a:cubicBezTo>
                      <a:pt x="920750" y="376767"/>
                      <a:pt x="876300" y="524933"/>
                      <a:pt x="876300" y="787400"/>
                    </a:cubicBezTo>
                    <a:lnTo>
                      <a:pt x="0" y="787400"/>
                    </a:lnTo>
                    <a:lnTo>
                      <a:pt x="0" y="0"/>
                    </a:lnTo>
                    <a:close/>
                  </a:path>
                </a:pathLst>
              </a:custGeom>
              <a:solidFill>
                <a:srgbClr val="F2A4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dirty="0"/>
              </a:p>
            </p:txBody>
          </p:sp>
          <p:sp>
            <p:nvSpPr>
              <p:cNvPr id="44" name="Rectangle 5">
                <a:extLst>
                  <a:ext uri="{FF2B5EF4-FFF2-40B4-BE49-F238E27FC236}">
                    <a16:creationId xmlns:a16="http://schemas.microsoft.com/office/drawing/2014/main" id="{6D7746D8-B913-493B-AAE9-25BC6893D40E}"/>
                  </a:ext>
                </a:extLst>
              </p:cNvPr>
              <p:cNvSpPr/>
              <p:nvPr/>
            </p:nvSpPr>
            <p:spPr>
              <a:xfrm flipH="1">
                <a:off x="3426570" y="3807347"/>
                <a:ext cx="1143000" cy="803259"/>
              </a:xfrm>
              <a:custGeom>
                <a:avLst/>
                <a:gdLst>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876300"/>
                  <a:gd name="connsiteY0" fmla="*/ 0 h 787400"/>
                  <a:gd name="connsiteX1" fmla="*/ 876300 w 876300"/>
                  <a:gd name="connsiteY1" fmla="*/ 0 h 787400"/>
                  <a:gd name="connsiteX2" fmla="*/ 876300 w 876300"/>
                  <a:gd name="connsiteY2" fmla="*/ 787400 h 787400"/>
                  <a:gd name="connsiteX3" fmla="*/ 0 w 876300"/>
                  <a:gd name="connsiteY3" fmla="*/ 787400 h 787400"/>
                  <a:gd name="connsiteX4" fmla="*/ 0 w 876300"/>
                  <a:gd name="connsiteY4" fmla="*/ 0 h 787400"/>
                  <a:gd name="connsiteX0" fmla="*/ 0 w 1130300"/>
                  <a:gd name="connsiteY0" fmla="*/ 0 h 787400"/>
                  <a:gd name="connsiteX1" fmla="*/ 1130300 w 1130300"/>
                  <a:gd name="connsiteY1" fmla="*/ 50800 h 787400"/>
                  <a:gd name="connsiteX2" fmla="*/ 876300 w 1130300"/>
                  <a:gd name="connsiteY2" fmla="*/ 787400 h 787400"/>
                  <a:gd name="connsiteX3" fmla="*/ 0 w 1130300"/>
                  <a:gd name="connsiteY3" fmla="*/ 787400 h 787400"/>
                  <a:gd name="connsiteX4" fmla="*/ 0 w 1130300"/>
                  <a:gd name="connsiteY4" fmla="*/ 0 h 787400"/>
                  <a:gd name="connsiteX0" fmla="*/ 0 w 1136650"/>
                  <a:gd name="connsiteY0" fmla="*/ 0 h 787400"/>
                  <a:gd name="connsiteX1" fmla="*/ 1136650 w 1136650"/>
                  <a:gd name="connsiteY1" fmla="*/ 38100 h 787400"/>
                  <a:gd name="connsiteX2" fmla="*/ 876300 w 1136650"/>
                  <a:gd name="connsiteY2" fmla="*/ 787400 h 787400"/>
                  <a:gd name="connsiteX3" fmla="*/ 0 w 1136650"/>
                  <a:gd name="connsiteY3" fmla="*/ 787400 h 787400"/>
                  <a:gd name="connsiteX4" fmla="*/ 0 w 1136650"/>
                  <a:gd name="connsiteY4" fmla="*/ 0 h 787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6650" h="787400">
                    <a:moveTo>
                      <a:pt x="0" y="0"/>
                    </a:moveTo>
                    <a:lnTo>
                      <a:pt x="1136650" y="38100"/>
                    </a:lnTo>
                    <a:cubicBezTo>
                      <a:pt x="920750" y="376767"/>
                      <a:pt x="876300" y="524933"/>
                      <a:pt x="876300" y="787400"/>
                    </a:cubicBezTo>
                    <a:lnTo>
                      <a:pt x="0" y="787400"/>
                    </a:lnTo>
                    <a:lnTo>
                      <a:pt x="0" y="0"/>
                    </a:lnTo>
                    <a:close/>
                  </a:path>
                </a:pathLst>
              </a:custGeom>
              <a:solidFill>
                <a:srgbClr val="F2A4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dirty="0"/>
              </a:p>
            </p:txBody>
          </p:sp>
          <p:sp>
            <p:nvSpPr>
              <p:cNvPr id="45" name="Arc 44">
                <a:extLst>
                  <a:ext uri="{FF2B5EF4-FFF2-40B4-BE49-F238E27FC236}">
                    <a16:creationId xmlns:a16="http://schemas.microsoft.com/office/drawing/2014/main" id="{29031C02-E965-417B-8799-96061B14F30D}"/>
                  </a:ext>
                </a:extLst>
              </p:cNvPr>
              <p:cNvSpPr/>
              <p:nvPr/>
            </p:nvSpPr>
            <p:spPr>
              <a:xfrm>
                <a:off x="3454111" y="2482850"/>
                <a:ext cx="1504950" cy="1504950"/>
              </a:xfrm>
              <a:prstGeom prst="arc">
                <a:avLst>
                  <a:gd name="adj1" fmla="val 18068338"/>
                  <a:gd name="adj2" fmla="val 0"/>
                </a:avLst>
              </a:prstGeom>
              <a:ln w="38100" cap="rnd">
                <a:solidFill>
                  <a:schemeClr val="bg2"/>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bg-BG">
                  <a:ln w="57150">
                    <a:solidFill>
                      <a:schemeClr val="tx1"/>
                    </a:solidFill>
                  </a:ln>
                </a:endParaRPr>
              </a:p>
            </p:txBody>
          </p:sp>
          <p:sp>
            <p:nvSpPr>
              <p:cNvPr id="46" name="Arc 45">
                <a:extLst>
                  <a:ext uri="{FF2B5EF4-FFF2-40B4-BE49-F238E27FC236}">
                    <a16:creationId xmlns:a16="http://schemas.microsoft.com/office/drawing/2014/main" id="{26BFD8A6-BC99-4B16-BA10-08A9E5C681C0}"/>
                  </a:ext>
                </a:extLst>
              </p:cNvPr>
              <p:cNvSpPr/>
              <p:nvPr/>
            </p:nvSpPr>
            <p:spPr>
              <a:xfrm>
                <a:off x="3454111" y="2482849"/>
                <a:ext cx="1504950" cy="1504950"/>
              </a:xfrm>
              <a:prstGeom prst="arc">
                <a:avLst>
                  <a:gd name="adj1" fmla="val 17518504"/>
                  <a:gd name="adj2" fmla="val 17709817"/>
                </a:avLst>
              </a:prstGeom>
              <a:ln w="38100" cap="rnd">
                <a:solidFill>
                  <a:schemeClr val="bg2"/>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bg-BG">
                  <a:ln w="57150">
                    <a:solidFill>
                      <a:schemeClr val="tx1"/>
                    </a:solidFill>
                  </a:ln>
                </a:endParaRPr>
              </a:p>
            </p:txBody>
          </p:sp>
        </p:grpSp>
        <p:sp>
          <p:nvSpPr>
            <p:cNvPr id="30" name="Rectangle: Rounded Corners 29">
              <a:extLst>
                <a:ext uri="{FF2B5EF4-FFF2-40B4-BE49-F238E27FC236}">
                  <a16:creationId xmlns:a16="http://schemas.microsoft.com/office/drawing/2014/main" id="{B310277F-A78E-4FB9-9EA9-88BE4F1D585B}"/>
                </a:ext>
              </a:extLst>
            </p:cNvPr>
            <p:cNvSpPr/>
            <p:nvPr/>
          </p:nvSpPr>
          <p:spPr>
            <a:xfrm>
              <a:off x="4400007" y="4324162"/>
              <a:ext cx="886369" cy="150698"/>
            </a:xfrm>
            <a:prstGeom prst="roundRect">
              <a:avLst/>
            </a:prstGeom>
            <a:solidFill>
              <a:srgbClr val="F2A40D"/>
            </a:solidFill>
            <a:ln w="38100">
              <a:solidFill>
                <a:srgbClr val="4646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31" name="Rectangle: Rounded Corners 30">
              <a:extLst>
                <a:ext uri="{FF2B5EF4-FFF2-40B4-BE49-F238E27FC236}">
                  <a16:creationId xmlns:a16="http://schemas.microsoft.com/office/drawing/2014/main" id="{A92CF92B-C212-4542-83AE-A0058B5BB5EA}"/>
                </a:ext>
              </a:extLst>
            </p:cNvPr>
            <p:cNvSpPr/>
            <p:nvPr/>
          </p:nvSpPr>
          <p:spPr>
            <a:xfrm>
              <a:off x="4533357" y="4542116"/>
              <a:ext cx="619670" cy="150699"/>
            </a:xfrm>
            <a:prstGeom prst="roundRect">
              <a:avLst/>
            </a:prstGeom>
            <a:solidFill>
              <a:srgbClr val="F2A40D"/>
            </a:solidFill>
            <a:ln w="38100">
              <a:solidFill>
                <a:srgbClr val="464646"/>
              </a:solidFill>
            </a:ln>
            <a:effectLst>
              <a:outerShdw blurRad="152400" dist="381000" dir="5400000" sx="70000" sy="70000"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cxnSp>
          <p:nvCxnSpPr>
            <p:cNvPr id="32" name="Straight Connector 31">
              <a:extLst>
                <a:ext uri="{FF2B5EF4-FFF2-40B4-BE49-F238E27FC236}">
                  <a16:creationId xmlns:a16="http://schemas.microsoft.com/office/drawing/2014/main" id="{563B4374-5C0D-461F-B3BD-78D99614D365}"/>
                </a:ext>
              </a:extLst>
            </p:cNvPr>
            <p:cNvCxnSpPr>
              <a:cxnSpLocks/>
            </p:cNvCxnSpPr>
            <p:nvPr/>
          </p:nvCxnSpPr>
          <p:spPr>
            <a:xfrm flipH="1" flipV="1">
              <a:off x="4472677" y="2844800"/>
              <a:ext cx="161562" cy="1164292"/>
            </a:xfrm>
            <a:prstGeom prst="line">
              <a:avLst/>
            </a:prstGeom>
            <a:solidFill>
              <a:srgbClr val="464646"/>
            </a:solidFill>
            <a:ln w="38100">
              <a:solidFill>
                <a:srgbClr val="464646"/>
              </a:solidFill>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FBC6FDE7-AEA1-4230-8433-4C088A0FF5F9}"/>
                </a:ext>
              </a:extLst>
            </p:cNvPr>
            <p:cNvCxnSpPr>
              <a:cxnSpLocks/>
            </p:cNvCxnSpPr>
            <p:nvPr/>
          </p:nvCxnSpPr>
          <p:spPr>
            <a:xfrm flipH="1">
              <a:off x="4578548" y="3618567"/>
              <a:ext cx="528128" cy="0"/>
            </a:xfrm>
            <a:prstGeom prst="line">
              <a:avLst/>
            </a:prstGeom>
            <a:solidFill>
              <a:srgbClr val="464646"/>
            </a:solidFill>
            <a:ln w="38100">
              <a:solidFill>
                <a:srgbClr val="464646"/>
              </a:solidFill>
            </a:ln>
          </p:spPr>
          <p:style>
            <a:lnRef idx="1">
              <a:schemeClr val="dk1"/>
            </a:lnRef>
            <a:fillRef idx="0">
              <a:schemeClr val="dk1"/>
            </a:fillRef>
            <a:effectRef idx="0">
              <a:schemeClr val="dk1"/>
            </a:effectRef>
            <a:fontRef idx="minor">
              <a:schemeClr val="tx1"/>
            </a:fontRef>
          </p:style>
        </p:cxnSp>
        <p:grpSp>
          <p:nvGrpSpPr>
            <p:cNvPr id="34" name="Group 33">
              <a:extLst>
                <a:ext uri="{FF2B5EF4-FFF2-40B4-BE49-F238E27FC236}">
                  <a16:creationId xmlns:a16="http://schemas.microsoft.com/office/drawing/2014/main" id="{C4D1021D-07C7-4331-8FF6-36980A30978B}"/>
                </a:ext>
              </a:extLst>
            </p:cNvPr>
            <p:cNvGrpSpPr/>
            <p:nvPr/>
          </p:nvGrpSpPr>
          <p:grpSpPr>
            <a:xfrm>
              <a:off x="4203288" y="2479090"/>
              <a:ext cx="436874" cy="448528"/>
              <a:chOff x="2320288" y="2903541"/>
              <a:chExt cx="332555" cy="302680"/>
            </a:xfrm>
            <a:solidFill>
              <a:srgbClr val="464646"/>
            </a:solidFill>
          </p:grpSpPr>
          <p:cxnSp>
            <p:nvCxnSpPr>
              <p:cNvPr id="40" name="Straight Connector 39">
                <a:extLst>
                  <a:ext uri="{FF2B5EF4-FFF2-40B4-BE49-F238E27FC236}">
                    <a16:creationId xmlns:a16="http://schemas.microsoft.com/office/drawing/2014/main" id="{13B7FE99-95CF-45D5-966B-87A979B93431}"/>
                  </a:ext>
                </a:extLst>
              </p:cNvPr>
              <p:cNvCxnSpPr>
                <a:cxnSpLocks/>
              </p:cNvCxnSpPr>
              <p:nvPr/>
            </p:nvCxnSpPr>
            <p:spPr>
              <a:xfrm flipH="1" flipV="1">
                <a:off x="2321560" y="3054881"/>
                <a:ext cx="331283" cy="151340"/>
              </a:xfrm>
              <a:prstGeom prst="line">
                <a:avLst/>
              </a:prstGeom>
              <a:grpFill/>
              <a:ln w="38100" cap="rnd">
                <a:solidFill>
                  <a:srgbClr val="464646"/>
                </a:solidFill>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71BBA69B-19FF-4ADB-A739-AD8136A5F0A6}"/>
                  </a:ext>
                </a:extLst>
              </p:cNvPr>
              <p:cNvCxnSpPr>
                <a:cxnSpLocks/>
              </p:cNvCxnSpPr>
              <p:nvPr/>
            </p:nvCxnSpPr>
            <p:spPr>
              <a:xfrm flipH="1">
                <a:off x="2320288" y="2903541"/>
                <a:ext cx="331283" cy="151340"/>
              </a:xfrm>
              <a:prstGeom prst="line">
                <a:avLst/>
              </a:prstGeom>
              <a:grpFill/>
              <a:ln w="38100" cap="rnd">
                <a:solidFill>
                  <a:srgbClr val="464646"/>
                </a:solidFill>
              </a:ln>
            </p:spPr>
            <p:style>
              <a:lnRef idx="1">
                <a:schemeClr val="dk1"/>
              </a:lnRef>
              <a:fillRef idx="0">
                <a:schemeClr val="dk1"/>
              </a:fillRef>
              <a:effectRef idx="0">
                <a:schemeClr val="dk1"/>
              </a:effectRef>
              <a:fontRef idx="minor">
                <a:schemeClr val="tx1"/>
              </a:fontRef>
            </p:style>
          </p:cxnSp>
        </p:grpSp>
        <p:cxnSp>
          <p:nvCxnSpPr>
            <p:cNvPr id="35" name="Straight Connector 34">
              <a:extLst>
                <a:ext uri="{FF2B5EF4-FFF2-40B4-BE49-F238E27FC236}">
                  <a16:creationId xmlns:a16="http://schemas.microsoft.com/office/drawing/2014/main" id="{BFD1D86B-562B-40B2-8E46-34233EFEE7FC}"/>
                </a:ext>
              </a:extLst>
            </p:cNvPr>
            <p:cNvCxnSpPr>
              <a:cxnSpLocks/>
            </p:cNvCxnSpPr>
            <p:nvPr/>
          </p:nvCxnSpPr>
          <p:spPr>
            <a:xfrm flipV="1">
              <a:off x="5048904" y="2844800"/>
              <a:ext cx="142425" cy="1164292"/>
            </a:xfrm>
            <a:prstGeom prst="line">
              <a:avLst/>
            </a:prstGeom>
            <a:solidFill>
              <a:srgbClr val="464646"/>
            </a:solidFill>
            <a:ln w="38100">
              <a:solidFill>
                <a:srgbClr val="464646"/>
              </a:solidFill>
            </a:ln>
          </p:spPr>
          <p:style>
            <a:lnRef idx="1">
              <a:schemeClr val="dk1"/>
            </a:lnRef>
            <a:fillRef idx="0">
              <a:schemeClr val="dk1"/>
            </a:fillRef>
            <a:effectRef idx="0">
              <a:schemeClr val="dk1"/>
            </a:effectRef>
            <a:fontRef idx="minor">
              <a:schemeClr val="tx1"/>
            </a:fontRef>
          </p:style>
        </p:cxnSp>
        <p:sp>
          <p:nvSpPr>
            <p:cNvPr id="36" name="Rectangle: Rounded Corners 35">
              <a:extLst>
                <a:ext uri="{FF2B5EF4-FFF2-40B4-BE49-F238E27FC236}">
                  <a16:creationId xmlns:a16="http://schemas.microsoft.com/office/drawing/2014/main" id="{388C17BD-16A1-43C5-BFFA-2FF9174719E1}"/>
                </a:ext>
              </a:extLst>
            </p:cNvPr>
            <p:cNvSpPr/>
            <p:nvPr/>
          </p:nvSpPr>
          <p:spPr>
            <a:xfrm>
              <a:off x="4355556" y="4106208"/>
              <a:ext cx="975271" cy="150698"/>
            </a:xfrm>
            <a:prstGeom prst="roundRect">
              <a:avLst/>
            </a:prstGeom>
            <a:solidFill>
              <a:srgbClr val="F2A40D"/>
            </a:solidFill>
            <a:ln w="38100">
              <a:solidFill>
                <a:srgbClr val="4646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grpSp>
          <p:nvGrpSpPr>
            <p:cNvPr id="37" name="Group 36">
              <a:extLst>
                <a:ext uri="{FF2B5EF4-FFF2-40B4-BE49-F238E27FC236}">
                  <a16:creationId xmlns:a16="http://schemas.microsoft.com/office/drawing/2014/main" id="{1B3B910E-ACFC-4F28-8E28-F02E1588B87E}"/>
                </a:ext>
              </a:extLst>
            </p:cNvPr>
            <p:cNvGrpSpPr/>
            <p:nvPr/>
          </p:nvGrpSpPr>
          <p:grpSpPr>
            <a:xfrm flipH="1">
              <a:off x="5035162" y="2479090"/>
              <a:ext cx="436872" cy="448528"/>
              <a:chOff x="2320288" y="2903541"/>
              <a:chExt cx="332555" cy="302680"/>
            </a:xfrm>
            <a:solidFill>
              <a:srgbClr val="464646"/>
            </a:solidFill>
          </p:grpSpPr>
          <p:cxnSp>
            <p:nvCxnSpPr>
              <p:cNvPr id="38" name="Straight Connector 37">
                <a:extLst>
                  <a:ext uri="{FF2B5EF4-FFF2-40B4-BE49-F238E27FC236}">
                    <a16:creationId xmlns:a16="http://schemas.microsoft.com/office/drawing/2014/main" id="{F57772B6-06C0-4F54-AA94-D3F92DA4716A}"/>
                  </a:ext>
                </a:extLst>
              </p:cNvPr>
              <p:cNvCxnSpPr>
                <a:cxnSpLocks/>
              </p:cNvCxnSpPr>
              <p:nvPr/>
            </p:nvCxnSpPr>
            <p:spPr>
              <a:xfrm flipH="1" flipV="1">
                <a:off x="2321560" y="3054881"/>
                <a:ext cx="331283" cy="151340"/>
              </a:xfrm>
              <a:prstGeom prst="line">
                <a:avLst/>
              </a:prstGeom>
              <a:grpFill/>
              <a:ln w="38100" cap="rnd">
                <a:solidFill>
                  <a:srgbClr val="464646"/>
                </a:solidFill>
              </a:ln>
            </p:spPr>
            <p:style>
              <a:lnRef idx="1">
                <a:schemeClr val="dk1"/>
              </a:lnRef>
              <a:fillRef idx="0">
                <a:schemeClr val="dk1"/>
              </a:fillRef>
              <a:effectRef idx="0">
                <a:schemeClr val="dk1"/>
              </a:effectRef>
              <a:fontRef idx="minor">
                <a:schemeClr val="tx1"/>
              </a:fontRef>
            </p:style>
          </p:cxnSp>
          <p:cxnSp>
            <p:nvCxnSpPr>
              <p:cNvPr id="39" name="Straight Connector 38">
                <a:extLst>
                  <a:ext uri="{FF2B5EF4-FFF2-40B4-BE49-F238E27FC236}">
                    <a16:creationId xmlns:a16="http://schemas.microsoft.com/office/drawing/2014/main" id="{23370C1F-7876-4278-AB20-78F6CAA385E2}"/>
                  </a:ext>
                </a:extLst>
              </p:cNvPr>
              <p:cNvCxnSpPr>
                <a:cxnSpLocks/>
              </p:cNvCxnSpPr>
              <p:nvPr/>
            </p:nvCxnSpPr>
            <p:spPr>
              <a:xfrm flipH="1">
                <a:off x="2320288" y="2903541"/>
                <a:ext cx="331283" cy="151340"/>
              </a:xfrm>
              <a:prstGeom prst="line">
                <a:avLst/>
              </a:prstGeom>
              <a:grpFill/>
              <a:ln w="38100" cap="rnd">
                <a:solidFill>
                  <a:srgbClr val="464646"/>
                </a:solidFill>
              </a:ln>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3284562556"/>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ource Code Example">
    <p:spTree>
      <p:nvGrpSpPr>
        <p:cNvPr id="1" name=""/>
        <p:cNvGrpSpPr/>
        <p:nvPr/>
      </p:nvGrpSpPr>
      <p:grpSpPr>
        <a:xfrm>
          <a:off x="0" y="0"/>
          <a:ext cx="0" cy="0"/>
          <a:chOff x="0" y="0"/>
          <a:chExt cx="0" cy="0"/>
        </a:xfrm>
      </p:grpSpPr>
      <p:sp>
        <p:nvSpPr>
          <p:cNvPr id="8" name="Slide Number">
            <a:extLst>
              <a:ext uri="{FF2B5EF4-FFF2-40B4-BE49-F238E27FC236}">
                <a16:creationId xmlns:a16="http://schemas.microsoft.com/office/drawing/2014/main" id="{509D954E-A844-4072-A556-DE584BEB9321}"/>
              </a:ext>
            </a:extLst>
          </p:cNvPr>
          <p:cNvSpPr>
            <a:spLocks noGrp="1"/>
          </p:cNvSpPr>
          <p:nvPr>
            <p:ph type="sldNum" sz="quarter" idx="4"/>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a:t>
            </a:fld>
            <a:endParaRPr lang="en-US" noProof="0"/>
          </a:p>
        </p:txBody>
      </p:sp>
      <p:sp>
        <p:nvSpPr>
          <p:cNvPr id="6" name="Code Box">
            <a:extLst>
              <a:ext uri="{FF2B5EF4-FFF2-40B4-BE49-F238E27FC236}">
                <a16:creationId xmlns:a16="http://schemas.microsoft.com/office/drawing/2014/main" id="{3278A82F-5546-4977-9F75-2A933B415945}"/>
              </a:ext>
            </a:extLst>
          </p:cNvPr>
          <p:cNvSpPr>
            <a:spLocks noGrp="1"/>
          </p:cNvSpPr>
          <p:nvPr>
            <p:ph type="body" sz="quarter" idx="11" hasCustomPrompt="1"/>
          </p:nvPr>
        </p:nvSpPr>
        <p:spPr>
          <a:xfrm>
            <a:off x="621234" y="1931154"/>
            <a:ext cx="10949531" cy="1362846"/>
          </a:xfrm>
          <a:prstGeom prst="rect">
            <a:avLst/>
          </a:prstGeom>
          <a:solidFill>
            <a:schemeClr val="accent6">
              <a:lumMod val="75000"/>
              <a:alpha val="15000"/>
            </a:schemeClr>
          </a:solidFill>
          <a:ln w="12700">
            <a:solidFill>
              <a:schemeClr val="tx1">
                <a:lumMod val="50000"/>
              </a:schemeClr>
            </a:solidFill>
          </a:ln>
        </p:spPr>
        <p:txBody>
          <a:bodyPr wrap="square" lIns="144000" tIns="108000" rIns="144000" bIns="108000">
            <a:spAutoFit/>
          </a:bodyPr>
          <a:lstStyle>
            <a:lvl1pPr marL="0" indent="0" latinLnBrk="0">
              <a:lnSpc>
                <a:spcPct val="105000"/>
              </a:lnSpc>
              <a:spcBef>
                <a:spcPts val="0"/>
              </a:spcBef>
              <a:spcAft>
                <a:spcPts val="0"/>
              </a:spcAft>
              <a:buNone/>
              <a:defRPr lang="en-US" sz="2398" b="1" noProof="1" smtClean="0">
                <a:solidFill>
                  <a:schemeClr val="tx1"/>
                </a:solidFill>
                <a:effectLst/>
                <a:latin typeface="Consolas" pitchFamily="49" charset="0"/>
                <a:cs typeface="Consolas" pitchFamily="49" charset="0"/>
              </a:defRPr>
            </a:lvl1pPr>
          </a:lstStyle>
          <a:p>
            <a:pPr marL="0" lvl="0"/>
            <a:r>
              <a:rPr lang="en-US" noProof="1"/>
              <a:t>Source code box</a:t>
            </a:r>
          </a:p>
          <a:p>
            <a:pPr marL="0" lvl="0"/>
            <a:r>
              <a:rPr lang="en-US" noProof="1"/>
              <a:t>…</a:t>
            </a:r>
          </a:p>
          <a:p>
            <a:pPr marL="0" lvl="0"/>
            <a:r>
              <a:rPr lang="en-US" noProof="1"/>
              <a:t>…</a:t>
            </a:r>
          </a:p>
        </p:txBody>
      </p:sp>
      <p:sp>
        <p:nvSpPr>
          <p:cNvPr id="21" name="Slide Body Text">
            <a:extLst>
              <a:ext uri="{FF2B5EF4-FFF2-40B4-BE49-F238E27FC236}">
                <a16:creationId xmlns:a16="http://schemas.microsoft.com/office/drawing/2014/main" id="{04F318BE-2BAD-4677-871C-D78A4BF0CBA6}"/>
              </a:ext>
            </a:extLst>
          </p:cNvPr>
          <p:cNvSpPr>
            <a:spLocks noGrp="1"/>
          </p:cNvSpPr>
          <p:nvPr>
            <p:ph type="body" sz="quarter" idx="10" hasCustomPrompt="1"/>
          </p:nvPr>
        </p:nvSpPr>
        <p:spPr>
          <a:xfrm>
            <a:off x="190501" y="1196126"/>
            <a:ext cx="11811097" cy="5561124"/>
          </a:xfrm>
        </p:spPr>
        <p:txBody>
          <a:bodyPr/>
          <a:lstStyle>
            <a:lvl1pPr marL="0" indent="0" latinLnBrk="0">
              <a:buNone/>
              <a:defRPr>
                <a:solidFill>
                  <a:schemeClr val="tx1"/>
                </a:solidFill>
              </a:defRPr>
            </a:lvl1pPr>
            <a:lvl2pPr marL="609219" indent="0">
              <a:buNone/>
              <a:defRPr/>
            </a:lvl2pPr>
          </a:lstStyle>
          <a:p>
            <a:pPr lvl="0"/>
            <a:r>
              <a:rPr lang="en-US" noProof="0"/>
              <a:t>Sample source code:</a:t>
            </a:r>
          </a:p>
        </p:txBody>
      </p:sp>
      <p:sp>
        <p:nvSpPr>
          <p:cNvPr id="9" name="Rectangle Top">
            <a:extLst>
              <a:ext uri="{FF2B5EF4-FFF2-40B4-BE49-F238E27FC236}">
                <a16:creationId xmlns:a16="http://schemas.microsoft.com/office/drawing/2014/main" id="{A15CE03A-0933-4E5D-9EA1-718D4F802FFC}"/>
              </a:ext>
            </a:extLst>
          </p:cNvPr>
          <p:cNvSpPr/>
          <p:nvPr userDrawn="1"/>
        </p:nvSpPr>
        <p:spPr>
          <a:xfrm>
            <a:off x="0" y="0"/>
            <a:ext cx="12196800" cy="109537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pic>
        <p:nvPicPr>
          <p:cNvPr id="10" name="Logo Software University" descr="Software University logo">
            <a:extLst>
              <a:ext uri="{FF2B5EF4-FFF2-40B4-BE49-F238E27FC236}">
                <a16:creationId xmlns:a16="http://schemas.microsoft.com/office/drawing/2014/main" id="{8C01D7AF-7CBD-46E1-99F3-8EB60E838D91}"/>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067957" y="253936"/>
            <a:ext cx="1915704" cy="559235"/>
          </a:xfrm>
          <a:prstGeom prst="rect">
            <a:avLst/>
          </a:prstGeom>
        </p:spPr>
      </p:pic>
      <p:sp>
        <p:nvSpPr>
          <p:cNvPr id="11" name="Slide Title">
            <a:extLst>
              <a:ext uri="{FF2B5EF4-FFF2-40B4-BE49-F238E27FC236}">
                <a16:creationId xmlns:a16="http://schemas.microsoft.com/office/drawing/2014/main" id="{47D60833-F0A9-4F29-8C06-A963A7C8BE93}"/>
              </a:ext>
            </a:extLst>
          </p:cNvPr>
          <p:cNvSpPr>
            <a:spLocks noGrp="1"/>
          </p:cNvSpPr>
          <p:nvPr>
            <p:ph type="title" hasCustomPrompt="1"/>
          </p:nvPr>
        </p:nvSpPr>
        <p:spPr>
          <a:xfrm>
            <a:off x="190406" y="100750"/>
            <a:ext cx="9715594" cy="882654"/>
          </a:xfrm>
        </p:spPr>
        <p:txBody>
          <a:bodyPr/>
          <a:lstStyle>
            <a:lvl1pPr latinLnBrk="0">
              <a:defRPr>
                <a:solidFill>
                  <a:schemeClr val="bg2"/>
                </a:solidFill>
              </a:defRPr>
            </a:lvl1pPr>
          </a:lstStyle>
          <a:p>
            <a:r>
              <a:rPr lang="en-US" noProof="0" dirty="0"/>
              <a:t>Slide Title</a:t>
            </a:r>
          </a:p>
        </p:txBody>
      </p:sp>
    </p:spTree>
    <p:extLst>
      <p:ext uri="{BB962C8B-B14F-4D97-AF65-F5344CB8AC3E}">
        <p14:creationId xmlns:p14="http://schemas.microsoft.com/office/powerpoint/2010/main" val="1000829826"/>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10" name="Slide Number">
            <a:extLst>
              <a:ext uri="{FF2B5EF4-FFF2-40B4-BE49-F238E27FC236}">
                <a16:creationId xmlns:a16="http://schemas.microsoft.com/office/drawing/2014/main" id="{39DDE17E-5472-41F3-AF5F-54DFF10DC63C}"/>
              </a:ext>
            </a:extLst>
          </p:cNvPr>
          <p:cNvSpPr>
            <a:spLocks noGrp="1"/>
          </p:cNvSpPr>
          <p:nvPr>
            <p:ph type="sldNum" sz="quarter" idx="4"/>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a:t>
            </a:fld>
            <a:endParaRPr lang="en-US" noProof="0"/>
          </a:p>
        </p:txBody>
      </p:sp>
      <p:pic>
        <p:nvPicPr>
          <p:cNvPr id="9" name="Picture SoftUni Mascot" descr="SoftUni mascot with laptop">
            <a:extLst>
              <a:ext uri="{FF2B5EF4-FFF2-40B4-BE49-F238E27FC236}">
                <a16:creationId xmlns:a16="http://schemas.microsoft.com/office/drawing/2014/main" id="{DC4365F6-D2C1-47B4-8477-38FD2C7711A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9516000" y="3408496"/>
            <a:ext cx="2251057" cy="3044431"/>
          </a:xfrm>
          <a:prstGeom prst="rect">
            <a:avLst/>
          </a:prstGeom>
        </p:spPr>
      </p:pic>
      <p:sp>
        <p:nvSpPr>
          <p:cNvPr id="23" name="Slide Body Text">
            <a:extLst>
              <a:ext uri="{FF2B5EF4-FFF2-40B4-BE49-F238E27FC236}">
                <a16:creationId xmlns:a16="http://schemas.microsoft.com/office/drawing/2014/main" id="{889D93F4-ABFA-46BF-8E5D-FE6562ACB20F}"/>
              </a:ext>
            </a:extLst>
          </p:cNvPr>
          <p:cNvSpPr>
            <a:spLocks noGrp="1"/>
          </p:cNvSpPr>
          <p:nvPr>
            <p:ph type="body" sz="quarter" idx="13" hasCustomPrompt="1"/>
          </p:nvPr>
        </p:nvSpPr>
        <p:spPr>
          <a:xfrm>
            <a:off x="196766" y="1371604"/>
            <a:ext cx="9049234" cy="5207396"/>
          </a:xfrm>
        </p:spPr>
        <p:txBody>
          <a:bodyPr>
            <a:normAutofit/>
          </a:bodyPr>
          <a:lstStyle>
            <a:lvl1pPr marL="514042" indent="-514042" latinLnBrk="0">
              <a:buFont typeface="+mj-lt"/>
              <a:buAutoNum type="arabicPeriod"/>
              <a:defRPr sz="3600">
                <a:solidFill>
                  <a:schemeClr val="tx1"/>
                </a:solidFill>
              </a:defRPr>
            </a:lvl1pPr>
            <a:lvl2pPr>
              <a:defRPr sz="3400"/>
            </a:lvl2pPr>
          </a:lstStyle>
          <a:p>
            <a:pPr lvl="0"/>
            <a:r>
              <a:rPr lang="en-US" noProof="0"/>
              <a:t>…</a:t>
            </a:r>
          </a:p>
          <a:p>
            <a:pPr lvl="1"/>
            <a:r>
              <a:rPr lang="en-US" noProof="0"/>
              <a:t>…</a:t>
            </a:r>
          </a:p>
          <a:p>
            <a:pPr lvl="1"/>
            <a:r>
              <a:rPr lang="en-US" noProof="0"/>
              <a:t>…</a:t>
            </a:r>
          </a:p>
          <a:p>
            <a:pPr lvl="0"/>
            <a:r>
              <a:rPr lang="en-US" noProof="0"/>
              <a:t>…</a:t>
            </a:r>
          </a:p>
          <a:p>
            <a:pPr lvl="1"/>
            <a:r>
              <a:rPr lang="en-US" noProof="0"/>
              <a:t>…</a:t>
            </a:r>
          </a:p>
          <a:p>
            <a:pPr lvl="1"/>
            <a:r>
              <a:rPr lang="en-US" noProof="0"/>
              <a:t>…</a:t>
            </a:r>
          </a:p>
          <a:p>
            <a:pPr lvl="0"/>
            <a:r>
              <a:rPr lang="en-US" noProof="0"/>
              <a:t>…</a:t>
            </a:r>
          </a:p>
        </p:txBody>
      </p:sp>
      <p:sp>
        <p:nvSpPr>
          <p:cNvPr id="8" name="Rectangle Top">
            <a:extLst>
              <a:ext uri="{FF2B5EF4-FFF2-40B4-BE49-F238E27FC236}">
                <a16:creationId xmlns:a16="http://schemas.microsoft.com/office/drawing/2014/main" id="{930E0800-9260-4369-8330-8264DD33C5CE}"/>
              </a:ext>
            </a:extLst>
          </p:cNvPr>
          <p:cNvSpPr/>
          <p:nvPr userDrawn="1"/>
        </p:nvSpPr>
        <p:spPr>
          <a:xfrm>
            <a:off x="0" y="0"/>
            <a:ext cx="12196800" cy="109537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pic>
        <p:nvPicPr>
          <p:cNvPr id="11" name="Logo Software University" descr="Software University logo">
            <a:extLst>
              <a:ext uri="{FF2B5EF4-FFF2-40B4-BE49-F238E27FC236}">
                <a16:creationId xmlns:a16="http://schemas.microsoft.com/office/drawing/2014/main" id="{14F779A7-4A91-448B-BEFA-956C70A1C22F}"/>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067957" y="253936"/>
            <a:ext cx="1915704" cy="559235"/>
          </a:xfrm>
          <a:prstGeom prst="rect">
            <a:avLst/>
          </a:prstGeom>
        </p:spPr>
      </p:pic>
      <p:sp>
        <p:nvSpPr>
          <p:cNvPr id="13" name="Slide Title">
            <a:extLst>
              <a:ext uri="{FF2B5EF4-FFF2-40B4-BE49-F238E27FC236}">
                <a16:creationId xmlns:a16="http://schemas.microsoft.com/office/drawing/2014/main" id="{357D7BE1-6358-42CC-94F3-7BCDD91DCB6D}"/>
              </a:ext>
            </a:extLst>
          </p:cNvPr>
          <p:cNvSpPr>
            <a:spLocks noGrp="1"/>
          </p:cNvSpPr>
          <p:nvPr>
            <p:ph type="title" hasCustomPrompt="1"/>
          </p:nvPr>
        </p:nvSpPr>
        <p:spPr>
          <a:xfrm>
            <a:off x="190406" y="100750"/>
            <a:ext cx="9715594" cy="882654"/>
          </a:xfrm>
        </p:spPr>
        <p:txBody>
          <a:bodyPr/>
          <a:lstStyle>
            <a:lvl1pPr latinLnBrk="0">
              <a:defRPr>
                <a:solidFill>
                  <a:schemeClr val="bg2"/>
                </a:solidFill>
              </a:defRPr>
            </a:lvl1pPr>
          </a:lstStyle>
          <a:p>
            <a:r>
              <a:rPr lang="en-US" noProof="0" dirty="0"/>
              <a:t>Table of Contents</a:t>
            </a:r>
          </a:p>
        </p:txBody>
      </p:sp>
    </p:spTree>
    <p:extLst>
      <p:ext uri="{BB962C8B-B14F-4D97-AF65-F5344CB8AC3E}">
        <p14:creationId xmlns:p14="http://schemas.microsoft.com/office/powerpoint/2010/main" val="1028724482"/>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Slide">
    <p:spTree>
      <p:nvGrpSpPr>
        <p:cNvPr id="1" name=""/>
        <p:cNvGrpSpPr/>
        <p:nvPr/>
      </p:nvGrpSpPr>
      <p:grpSpPr>
        <a:xfrm>
          <a:off x="0" y="0"/>
          <a:ext cx="0" cy="0"/>
          <a:chOff x="0" y="0"/>
          <a:chExt cx="0" cy="0"/>
        </a:xfrm>
      </p:grpSpPr>
      <p:sp>
        <p:nvSpPr>
          <p:cNvPr id="2" name="Rectangle Bottom"/>
          <p:cNvSpPr/>
          <p:nvPr/>
        </p:nvSpPr>
        <p:spPr>
          <a:xfrm>
            <a:off x="2" y="6264000"/>
            <a:ext cx="12192000" cy="594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856" tIns="60928" rIns="121856" bIns="60928" numCol="1" spcCol="0" rtlCol="0" fromWordArt="0" anchor="ctr" anchorCtr="0" forceAA="0" compatLnSpc="1">
            <a:prstTxWarp prst="textNoShape">
              <a:avLst/>
            </a:prstTxWarp>
            <a:noAutofit/>
          </a:bodyP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sp>
        <p:nvSpPr>
          <p:cNvPr id="11" name="Slide Number">
            <a:extLst>
              <a:ext uri="{FF2B5EF4-FFF2-40B4-BE49-F238E27FC236}">
                <a16:creationId xmlns:a16="http://schemas.microsoft.com/office/drawing/2014/main" id="{6750ECE4-94E0-469B-B8E4-562792823B0F}"/>
              </a:ext>
            </a:extLst>
          </p:cNvPr>
          <p:cNvSpPr>
            <a:spLocks noGrp="1"/>
          </p:cNvSpPr>
          <p:nvPr>
            <p:ph type="sldNum" sz="quarter" idx="4"/>
          </p:nvPr>
        </p:nvSpPr>
        <p:spPr>
          <a:xfrm>
            <a:off x="11753030" y="6462000"/>
            <a:ext cx="367414" cy="297000"/>
          </a:xfrm>
          <a:prstGeom prst="rect">
            <a:avLst/>
          </a:prstGeom>
        </p:spPr>
        <p:txBody>
          <a:bodyPr vert="horz" lIns="91440" tIns="45720" rIns="91440" bIns="45720" rtlCol="0" anchor="b"/>
          <a:lstStyle>
            <a:lvl1pPr algn="r">
              <a:defRPr sz="1000">
                <a:solidFill>
                  <a:schemeClr val="bg2"/>
                </a:solidFill>
              </a:defRPr>
            </a:lvl1pPr>
          </a:lstStyle>
          <a:p>
            <a:fld id="{2BF067CD-8E6B-4360-9AA8-C5DF2A48A6D1}" type="slidenum">
              <a:rPr lang="en-US" smtClean="0"/>
              <a:pPr/>
              <a:t>‹#›</a:t>
            </a:fld>
            <a:endParaRPr lang="en-US" dirty="0"/>
          </a:p>
        </p:txBody>
      </p:sp>
      <p:sp>
        <p:nvSpPr>
          <p:cNvPr id="4" name="Oval Logo Holder"/>
          <p:cNvSpPr/>
          <p:nvPr/>
        </p:nvSpPr>
        <p:spPr>
          <a:xfrm>
            <a:off x="5161650" y="4824665"/>
            <a:ext cx="1868701" cy="1868701"/>
          </a:xfrm>
          <a:prstGeom prst="ellipse">
            <a:avLst/>
          </a:prstGeom>
          <a:solidFill>
            <a:schemeClr val="tx2"/>
          </a:solid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pic>
        <p:nvPicPr>
          <p:cNvPr id="12" name="Logo Software University Down" descr="Software University logo">
            <a:extLst>
              <a:ext uri="{FF2B5EF4-FFF2-40B4-BE49-F238E27FC236}">
                <a16:creationId xmlns:a16="http://schemas.microsoft.com/office/drawing/2014/main" id="{7028D2F0-1E67-414B-A93D-D3F8F131A13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16551" y="5206773"/>
            <a:ext cx="958900" cy="1184869"/>
          </a:xfrm>
          <a:prstGeom prst="rect">
            <a:avLst/>
          </a:prstGeom>
        </p:spPr>
      </p:pic>
      <p:sp>
        <p:nvSpPr>
          <p:cNvPr id="10" name="Text Placeholder Right">
            <a:extLst>
              <a:ext uri="{FF2B5EF4-FFF2-40B4-BE49-F238E27FC236}">
                <a16:creationId xmlns:a16="http://schemas.microsoft.com/office/drawing/2014/main" id="{AF69A59F-C564-4A04-B1CC-31C261499991}"/>
              </a:ext>
            </a:extLst>
          </p:cNvPr>
          <p:cNvSpPr>
            <a:spLocks noGrp="1"/>
          </p:cNvSpPr>
          <p:nvPr>
            <p:ph type="body" sz="quarter" idx="11" hasCustomPrompt="1"/>
          </p:nvPr>
        </p:nvSpPr>
        <p:spPr>
          <a:xfrm>
            <a:off x="6456000" y="1195931"/>
            <a:ext cx="5545597" cy="4957073"/>
          </a:xfrm>
        </p:spPr>
        <p:txBody>
          <a:bodyPr/>
          <a:lstStyle>
            <a:lvl1pPr latinLnBrk="0">
              <a:defRPr/>
            </a:lvl1pPr>
            <a:lvl2pPr latinLnBrk="0">
              <a:defRPr/>
            </a:lvl2pPr>
            <a:lvl3pPr latinLnBrk="0">
              <a:defRPr/>
            </a:lvl3pPr>
            <a:lvl4pPr latinLnBrk="0">
              <a:defRPr/>
            </a:lvl4pPr>
            <a:lvl5pPr latinLnBrk="0">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Text Placeholder Left">
            <a:extLst>
              <a:ext uri="{FF2B5EF4-FFF2-40B4-BE49-F238E27FC236}">
                <a16:creationId xmlns:a16="http://schemas.microsoft.com/office/drawing/2014/main" id="{C8A626D2-456B-41EF-9818-EA8DD7E314DA}"/>
              </a:ext>
            </a:extLst>
          </p:cNvPr>
          <p:cNvSpPr>
            <a:spLocks noGrp="1"/>
          </p:cNvSpPr>
          <p:nvPr>
            <p:ph type="body" sz="quarter" idx="10" hasCustomPrompt="1"/>
          </p:nvPr>
        </p:nvSpPr>
        <p:spPr>
          <a:xfrm>
            <a:off x="190402" y="1195931"/>
            <a:ext cx="5545598" cy="4957073"/>
          </a:xfrm>
        </p:spPr>
        <p:txBody>
          <a:bodyPr/>
          <a:lstStyle>
            <a:lvl1pPr latinLnBrk="0">
              <a:defRPr/>
            </a:lvl1pPr>
            <a:lvl2pPr latinLnBrk="0">
              <a:defRPr/>
            </a:lvl2pPr>
            <a:lvl3pPr latinLnBrk="0">
              <a:defRPr/>
            </a:lvl3pPr>
            <a:lvl4pPr latinLnBrk="0">
              <a:defRPr/>
            </a:lvl4pPr>
            <a:lvl5pPr latinLnBrk="0">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Rectangle Top">
            <a:extLst>
              <a:ext uri="{FF2B5EF4-FFF2-40B4-BE49-F238E27FC236}">
                <a16:creationId xmlns:a16="http://schemas.microsoft.com/office/drawing/2014/main" id="{E03301DA-D0AF-46FD-8740-2F761250203A}"/>
              </a:ext>
            </a:extLst>
          </p:cNvPr>
          <p:cNvSpPr/>
          <p:nvPr userDrawn="1"/>
        </p:nvSpPr>
        <p:spPr>
          <a:xfrm>
            <a:off x="0" y="0"/>
            <a:ext cx="12196800" cy="109537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pic>
        <p:nvPicPr>
          <p:cNvPr id="14" name="Logo Software University" descr="Software University logo">
            <a:extLst>
              <a:ext uri="{FF2B5EF4-FFF2-40B4-BE49-F238E27FC236}">
                <a16:creationId xmlns:a16="http://schemas.microsoft.com/office/drawing/2014/main" id="{19A67BB9-D880-4EAD-B90E-89C4219BFC0B}"/>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067957" y="253936"/>
            <a:ext cx="1915704" cy="559235"/>
          </a:xfrm>
          <a:prstGeom prst="rect">
            <a:avLst/>
          </a:prstGeom>
        </p:spPr>
      </p:pic>
      <p:sp>
        <p:nvSpPr>
          <p:cNvPr id="15" name="Slide Title">
            <a:extLst>
              <a:ext uri="{FF2B5EF4-FFF2-40B4-BE49-F238E27FC236}">
                <a16:creationId xmlns:a16="http://schemas.microsoft.com/office/drawing/2014/main" id="{EA9A94D1-F9F6-4D7B-85E3-896A987B6A4D}"/>
              </a:ext>
            </a:extLst>
          </p:cNvPr>
          <p:cNvSpPr>
            <a:spLocks noGrp="1"/>
          </p:cNvSpPr>
          <p:nvPr>
            <p:ph type="title" hasCustomPrompt="1"/>
          </p:nvPr>
        </p:nvSpPr>
        <p:spPr>
          <a:xfrm>
            <a:off x="190406" y="100750"/>
            <a:ext cx="9715594" cy="882654"/>
          </a:xfrm>
        </p:spPr>
        <p:txBody>
          <a:bodyPr/>
          <a:lstStyle>
            <a:lvl1pPr latinLnBrk="0">
              <a:defRPr>
                <a:solidFill>
                  <a:schemeClr val="bg2"/>
                </a:solidFill>
              </a:defRPr>
            </a:lvl1pPr>
          </a:lstStyle>
          <a:p>
            <a:r>
              <a:rPr lang="en-US" noProof="0" dirty="0"/>
              <a:t>Slide Title</a:t>
            </a:r>
          </a:p>
        </p:txBody>
      </p:sp>
    </p:spTree>
    <p:extLst>
      <p:ext uri="{BB962C8B-B14F-4D97-AF65-F5344CB8AC3E}">
        <p14:creationId xmlns:p14="http://schemas.microsoft.com/office/powerpoint/2010/main" val="3044033461"/>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and Content">
    <p:spTree>
      <p:nvGrpSpPr>
        <p:cNvPr id="1" name=""/>
        <p:cNvGrpSpPr/>
        <p:nvPr/>
      </p:nvGrpSpPr>
      <p:grpSpPr>
        <a:xfrm>
          <a:off x="0" y="0"/>
          <a:ext cx="0" cy="0"/>
          <a:chOff x="0" y="0"/>
          <a:chExt cx="0" cy="0"/>
        </a:xfrm>
      </p:grpSpPr>
      <p:sp>
        <p:nvSpPr>
          <p:cNvPr id="15" name="Slide Number">
            <a:extLst>
              <a:ext uri="{FF2B5EF4-FFF2-40B4-BE49-F238E27FC236}">
                <a16:creationId xmlns:a16="http://schemas.microsoft.com/office/drawing/2014/main" id="{F888EE71-82B3-40F1-A63F-7417422FB4A4}"/>
              </a:ext>
            </a:extLst>
          </p:cNvPr>
          <p:cNvSpPr>
            <a:spLocks noGrp="1"/>
          </p:cNvSpPr>
          <p:nvPr>
            <p:ph type="sldNum" sz="quarter" idx="4"/>
          </p:nvPr>
        </p:nvSpPr>
        <p:spPr>
          <a:xfrm>
            <a:off x="11753030" y="6444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a:t>
            </a:fld>
            <a:endParaRPr lang="en-US" noProof="0"/>
          </a:p>
        </p:txBody>
      </p:sp>
      <p:sp>
        <p:nvSpPr>
          <p:cNvPr id="14" name="Text Placeholder Body">
            <a:extLst>
              <a:ext uri="{FF2B5EF4-FFF2-40B4-BE49-F238E27FC236}">
                <a16:creationId xmlns:a16="http://schemas.microsoft.com/office/drawing/2014/main" id="{A2ABE920-240F-4CF6-AD45-23ED489FAD6E}"/>
              </a:ext>
            </a:extLst>
          </p:cNvPr>
          <p:cNvSpPr>
            <a:spLocks noGrp="1"/>
          </p:cNvSpPr>
          <p:nvPr>
            <p:ph type="body" sz="quarter" idx="13" hasCustomPrompt="1"/>
          </p:nvPr>
        </p:nvSpPr>
        <p:spPr>
          <a:xfrm>
            <a:off x="4569002" y="1353866"/>
            <a:ext cx="7426234" cy="5219931"/>
          </a:xfrm>
        </p:spPr>
        <p:txBody>
          <a:bodyPr/>
          <a:lstStyle>
            <a:lvl1pPr latinLnBrk="0">
              <a:defRPr/>
            </a:lvl1pPr>
            <a:lvl2pPr latinLnBrk="0">
              <a:defRPr/>
            </a:lvl2pPr>
            <a:lvl3pPr latinLnBrk="0">
              <a:defRPr/>
            </a:lvl3pPr>
            <a:lvl4pPr latinLnBrk="0">
              <a:defRPr/>
            </a:lvl4pPr>
            <a:lvl5pPr latinLnBrk="0">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Picture Placeholder Left"/>
          <p:cNvSpPr>
            <a:spLocks noGrp="1"/>
          </p:cNvSpPr>
          <p:nvPr>
            <p:ph type="pic" idx="1" hasCustomPrompt="1"/>
          </p:nvPr>
        </p:nvSpPr>
        <p:spPr>
          <a:xfrm>
            <a:off x="190405" y="1355077"/>
            <a:ext cx="3889373" cy="5366405"/>
          </a:xfrm>
          <a:prstGeom prst="rect">
            <a:avLst/>
          </a:prstGeom>
          <a:solidFill>
            <a:schemeClr val="bg2">
              <a:lumMod val="90000"/>
            </a:schemeClr>
          </a:solidFill>
        </p:spPr>
        <p:txBody>
          <a:bodyPr anchor="ctr"/>
          <a:lstStyle>
            <a:lvl1pPr marL="0" indent="0" algn="ctr" latinLnBrk="0">
              <a:buNone/>
              <a:defRPr sz="2131" baseline="0">
                <a:solidFill>
                  <a:schemeClr val="tx1"/>
                </a:solidFill>
                <a:latin typeface="+mn-lt"/>
                <a:cs typeface="Arial" pitchFamily="34" charset="0"/>
              </a:defRPr>
            </a:lvl1pPr>
            <a:lvl2pPr marL="609219" indent="0">
              <a:buNone/>
              <a:defRPr sz="3731"/>
            </a:lvl2pPr>
            <a:lvl3pPr marL="1218438" indent="0">
              <a:buNone/>
              <a:defRPr sz="3198"/>
            </a:lvl3pPr>
            <a:lvl4pPr marL="1827657" indent="0">
              <a:buNone/>
              <a:defRPr sz="2665"/>
            </a:lvl4pPr>
            <a:lvl5pPr marL="2436876" indent="0">
              <a:buNone/>
              <a:defRPr sz="2665"/>
            </a:lvl5pPr>
            <a:lvl6pPr marL="3046096" indent="0">
              <a:buNone/>
              <a:defRPr sz="2665"/>
            </a:lvl6pPr>
            <a:lvl7pPr marL="3655315" indent="0">
              <a:buNone/>
              <a:defRPr sz="2665"/>
            </a:lvl7pPr>
            <a:lvl8pPr marL="4264533" indent="0">
              <a:buNone/>
              <a:defRPr sz="2665"/>
            </a:lvl8pPr>
            <a:lvl9pPr marL="4873752" indent="0">
              <a:buNone/>
              <a:defRPr sz="2665"/>
            </a:lvl9pPr>
          </a:lstStyle>
          <a:p>
            <a:r>
              <a:rPr lang="en-US" altLang="ko-KR" noProof="0"/>
              <a:t>Your Picture Here</a:t>
            </a:r>
          </a:p>
        </p:txBody>
      </p:sp>
      <p:sp>
        <p:nvSpPr>
          <p:cNvPr id="3" name="Rectangle Left Second"/>
          <p:cNvSpPr/>
          <p:nvPr/>
        </p:nvSpPr>
        <p:spPr>
          <a:xfrm>
            <a:off x="4127777" y="1748999"/>
            <a:ext cx="240001" cy="336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sp>
        <p:nvSpPr>
          <p:cNvPr id="2" name="Rectangle Left First"/>
          <p:cNvSpPr/>
          <p:nvPr/>
        </p:nvSpPr>
        <p:spPr>
          <a:xfrm>
            <a:off x="4079775" y="1355073"/>
            <a:ext cx="48001" cy="550292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sp>
        <p:nvSpPr>
          <p:cNvPr id="10" name="Rectangle Down">
            <a:extLst>
              <a:ext uri="{FF2B5EF4-FFF2-40B4-BE49-F238E27FC236}">
                <a16:creationId xmlns:a16="http://schemas.microsoft.com/office/drawing/2014/main" id="{E9B994EC-35A8-4A11-98CB-25DC28852F94}"/>
              </a:ext>
            </a:extLst>
          </p:cNvPr>
          <p:cNvSpPr/>
          <p:nvPr/>
        </p:nvSpPr>
        <p:spPr>
          <a:xfrm>
            <a:off x="2" y="6721482"/>
            <a:ext cx="12192000" cy="1365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sp>
        <p:nvSpPr>
          <p:cNvPr id="11" name="Rectangle Top">
            <a:extLst>
              <a:ext uri="{FF2B5EF4-FFF2-40B4-BE49-F238E27FC236}">
                <a16:creationId xmlns:a16="http://schemas.microsoft.com/office/drawing/2014/main" id="{274B8F05-DFCE-47BD-BAFD-DF93E1A63BDD}"/>
              </a:ext>
            </a:extLst>
          </p:cNvPr>
          <p:cNvSpPr/>
          <p:nvPr userDrawn="1"/>
        </p:nvSpPr>
        <p:spPr>
          <a:xfrm>
            <a:off x="0" y="0"/>
            <a:ext cx="12196800" cy="109537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pic>
        <p:nvPicPr>
          <p:cNvPr id="12" name="Logo Software University" descr="Software University logo">
            <a:extLst>
              <a:ext uri="{FF2B5EF4-FFF2-40B4-BE49-F238E27FC236}">
                <a16:creationId xmlns:a16="http://schemas.microsoft.com/office/drawing/2014/main" id="{233CBB95-791E-4630-B3D9-FADFCE7BCF5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067957" y="253936"/>
            <a:ext cx="1915704" cy="559235"/>
          </a:xfrm>
          <a:prstGeom prst="rect">
            <a:avLst/>
          </a:prstGeom>
        </p:spPr>
      </p:pic>
      <p:sp>
        <p:nvSpPr>
          <p:cNvPr id="13" name="Slide Title">
            <a:extLst>
              <a:ext uri="{FF2B5EF4-FFF2-40B4-BE49-F238E27FC236}">
                <a16:creationId xmlns:a16="http://schemas.microsoft.com/office/drawing/2014/main" id="{3F218E34-55D7-4290-BFE4-80F31F941551}"/>
              </a:ext>
            </a:extLst>
          </p:cNvPr>
          <p:cNvSpPr>
            <a:spLocks noGrp="1"/>
          </p:cNvSpPr>
          <p:nvPr>
            <p:ph type="title" hasCustomPrompt="1"/>
          </p:nvPr>
        </p:nvSpPr>
        <p:spPr>
          <a:xfrm>
            <a:off x="190406" y="100750"/>
            <a:ext cx="9715594" cy="882654"/>
          </a:xfrm>
        </p:spPr>
        <p:txBody>
          <a:bodyPr/>
          <a:lstStyle>
            <a:lvl1pPr latinLnBrk="0">
              <a:defRPr>
                <a:solidFill>
                  <a:schemeClr val="bg2"/>
                </a:solidFill>
              </a:defRPr>
            </a:lvl1pPr>
          </a:lstStyle>
          <a:p>
            <a:r>
              <a:rPr lang="en-US" noProof="0" dirty="0"/>
              <a:t>Slide Title</a:t>
            </a:r>
          </a:p>
        </p:txBody>
      </p:sp>
    </p:spTree>
    <p:extLst>
      <p:ext uri="{BB962C8B-B14F-4D97-AF65-F5344CB8AC3E}">
        <p14:creationId xmlns:p14="http://schemas.microsoft.com/office/powerpoint/2010/main" val="3774019400"/>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Questions Slide">
    <p:bg>
      <p:bgPr>
        <a:solidFill>
          <a:schemeClr val="bg2"/>
        </a:solidFill>
        <a:effectLst/>
      </p:bgPr>
    </p:bg>
    <p:spTree>
      <p:nvGrpSpPr>
        <p:cNvPr id="1" name=""/>
        <p:cNvGrpSpPr/>
        <p:nvPr/>
      </p:nvGrpSpPr>
      <p:grpSpPr>
        <a:xfrm>
          <a:off x="0" y="0"/>
          <a:ext cx="0" cy="0"/>
          <a:chOff x="0" y="0"/>
          <a:chExt cx="0" cy="0"/>
        </a:xfrm>
      </p:grpSpPr>
      <p:sp>
        <p:nvSpPr>
          <p:cNvPr id="35" name="Rectangle Bottom">
            <a:extLst>
              <a:ext uri="{FF2B5EF4-FFF2-40B4-BE49-F238E27FC236}">
                <a16:creationId xmlns:a16="http://schemas.microsoft.com/office/drawing/2014/main" id="{550A59F9-9A9D-4956-95B4-F78CC0DB1D59}"/>
              </a:ext>
            </a:extLst>
          </p:cNvPr>
          <p:cNvSpPr/>
          <p:nvPr userDrawn="1"/>
        </p:nvSpPr>
        <p:spPr>
          <a:xfrm>
            <a:off x="0" y="6371332"/>
            <a:ext cx="12195176" cy="48723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a:ln>
                <a:noFill/>
              </a:ln>
              <a:solidFill>
                <a:srgbClr val="F7C86D"/>
              </a:solidFill>
              <a:effectLst/>
              <a:uLnTx/>
              <a:uFillTx/>
              <a:latin typeface="Calibri" panose="020F0502020204030204"/>
              <a:ea typeface="맑은 고딕" panose="020B0503020000020004" pitchFamily="34" charset="-127"/>
              <a:cs typeface="+mn-cs"/>
            </a:endParaRPr>
          </a:p>
        </p:txBody>
      </p:sp>
      <p:sp>
        <p:nvSpPr>
          <p:cNvPr id="53" name="Rectangle Bottom Copyright">
            <a:extLst>
              <a:ext uri="{FF2B5EF4-FFF2-40B4-BE49-F238E27FC236}">
                <a16:creationId xmlns:a16="http://schemas.microsoft.com/office/drawing/2014/main" id="{B07FB7FB-DA6C-4F5D-B068-357F0FCE27D8}"/>
              </a:ext>
            </a:extLst>
          </p:cNvPr>
          <p:cNvSpPr/>
          <p:nvPr userDrawn="1"/>
        </p:nvSpPr>
        <p:spPr>
          <a:xfrm>
            <a:off x="111000" y="6454758"/>
            <a:ext cx="11970000" cy="258449"/>
          </a:xfrm>
          <a:prstGeom prst="rect">
            <a:avLst/>
          </a:prstGeom>
        </p:spPr>
        <p:txBody>
          <a:bodyPr wrap="square">
            <a:noAutofit/>
          </a:bodyPr>
          <a:lstStyle/>
          <a:p>
            <a:pPr algn="ctr">
              <a:lnSpc>
                <a:spcPct val="100000"/>
              </a:lnSpc>
              <a:spcBef>
                <a:spcPts val="0"/>
              </a:spcBef>
              <a:spcAft>
                <a:spcPts val="0"/>
              </a:spcAft>
            </a:pPr>
            <a:r>
              <a:rPr lang="en-US" sz="1600" noProof="0" dirty="0">
                <a:solidFill>
                  <a:schemeClr val="bg2"/>
                </a:solidFill>
                <a:effectLst/>
                <a:latin typeface="Calibri" panose="020F0502020204030204" pitchFamily="34" charset="0"/>
                <a:ea typeface="Calibri" panose="020F0502020204030204" pitchFamily="34" charset="0"/>
                <a:cs typeface="Arial" panose="020B0604020202020204" pitchFamily="34" charset="0"/>
              </a:rPr>
              <a:t>© SoftUni – </a:t>
            </a:r>
            <a:r>
              <a:rPr lang="en-US" sz="1600" dirty="0">
                <a:hlinkClick r:id="rId2"/>
              </a:rPr>
              <a:t>https://about.softuni.bg</a:t>
            </a:r>
            <a:r>
              <a:rPr lang="en-US" sz="1600" noProof="0" dirty="0">
                <a:solidFill>
                  <a:schemeClr val="bg2"/>
                </a:solidFill>
                <a:effectLst/>
                <a:latin typeface="Calibri" panose="020F0502020204030204" pitchFamily="34" charset="0"/>
                <a:ea typeface="Calibri" panose="020F0502020204030204" pitchFamily="34" charset="0"/>
                <a:cs typeface="Arial" panose="020B0604020202020204" pitchFamily="34" charset="0"/>
                <a:hlinkClick r:id="rId2"/>
              </a:rPr>
              <a:t>. </a:t>
            </a:r>
            <a:r>
              <a:rPr lang="en-US" sz="1600" noProof="0" dirty="0">
                <a:solidFill>
                  <a:schemeClr val="bg2"/>
                </a:solidFill>
                <a:effectLst/>
                <a:latin typeface="Calibri" panose="020F0502020204030204" pitchFamily="34" charset="0"/>
                <a:ea typeface="Calibri" panose="020F0502020204030204" pitchFamily="34" charset="0"/>
                <a:cs typeface="Arial" panose="020B0604020202020204" pitchFamily="34" charset="0"/>
              </a:rPr>
              <a:t>Copyrighted document. Unauthorized copy, reproduction or use is not permitted.</a:t>
            </a:r>
            <a:endParaRPr lang="en-US" sz="2400" noProof="0" dirty="0">
              <a:solidFill>
                <a:schemeClr val="bg2"/>
              </a:solidFill>
              <a:effectLst/>
              <a:latin typeface="Calibri" panose="020F0502020204030204" pitchFamily="34" charset="0"/>
              <a:ea typeface="Calibri" panose="020F0502020204030204" pitchFamily="34" charset="0"/>
              <a:cs typeface="Arial" panose="020B0604020202020204" pitchFamily="34" charset="0"/>
            </a:endParaRPr>
          </a:p>
        </p:txBody>
      </p:sp>
      <p:pic>
        <p:nvPicPr>
          <p:cNvPr id="26" name="Picture SoftUni Mascot" descr="SoftUni mascot with open hand">
            <a:extLst>
              <a:ext uri="{FF2B5EF4-FFF2-40B4-BE49-F238E27FC236}">
                <a16:creationId xmlns:a16="http://schemas.microsoft.com/office/drawing/2014/main" id="{247CFF3C-C4FA-493D-8505-DF469F4D36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2586" y="2898830"/>
            <a:ext cx="2451608" cy="2959741"/>
          </a:xfrm>
          <a:prstGeom prst="rect">
            <a:avLst/>
          </a:prstGeom>
        </p:spPr>
      </p:pic>
      <p:grpSp>
        <p:nvGrpSpPr>
          <p:cNvPr id="2" name="Group SoftUni Brands">
            <a:extLst>
              <a:ext uri="{FF2B5EF4-FFF2-40B4-BE49-F238E27FC236}">
                <a16:creationId xmlns:a16="http://schemas.microsoft.com/office/drawing/2014/main" id="{418FAE34-C1F8-46C7-A4AE-F270D1E70F25}"/>
              </a:ext>
            </a:extLst>
          </p:cNvPr>
          <p:cNvGrpSpPr/>
          <p:nvPr userDrawn="1"/>
        </p:nvGrpSpPr>
        <p:grpSpPr>
          <a:xfrm>
            <a:off x="3332216" y="1702473"/>
            <a:ext cx="8314909" cy="3543782"/>
            <a:chOff x="3332216" y="1702473"/>
            <a:chExt cx="8314909" cy="3543782"/>
          </a:xfrm>
        </p:grpSpPr>
        <p:pic>
          <p:nvPicPr>
            <p:cNvPr id="24" name="Picture SoftUni Kids Logo" descr="SoftUni Kids logo">
              <a:extLst>
                <a:ext uri="{FF2B5EF4-FFF2-40B4-BE49-F238E27FC236}">
                  <a16:creationId xmlns:a16="http://schemas.microsoft.com/office/drawing/2014/main" id="{B0812936-74B6-4265-8C08-AEDC8C79870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516883" y="3776294"/>
              <a:ext cx="1130242" cy="1389256"/>
            </a:xfrm>
            <a:prstGeom prst="rect">
              <a:avLst/>
            </a:prstGeom>
          </p:spPr>
        </p:pic>
        <p:pic>
          <p:nvPicPr>
            <p:cNvPr id="23" name="Picture SoftUni Foundation Logo" descr="SoftUni Foundation logo">
              <a:extLst>
                <a:ext uri="{FF2B5EF4-FFF2-40B4-BE49-F238E27FC236}">
                  <a16:creationId xmlns:a16="http://schemas.microsoft.com/office/drawing/2014/main" id="{6643F71A-2013-433A-8322-FBAAED3162D8}"/>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053913" y="3788231"/>
              <a:ext cx="1166400" cy="1350756"/>
            </a:xfrm>
            <a:prstGeom prst="rect">
              <a:avLst/>
            </a:prstGeom>
          </p:spPr>
        </p:pic>
        <p:pic>
          <p:nvPicPr>
            <p:cNvPr id="22" name="Picture SoftUni Digital Logo" descr="SoftUni Digital logo">
              <a:extLst>
                <a:ext uri="{FF2B5EF4-FFF2-40B4-BE49-F238E27FC236}">
                  <a16:creationId xmlns:a16="http://schemas.microsoft.com/office/drawing/2014/main" id="{0A83D66F-855B-463B-920B-BF239B01A206}"/>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7657695" y="3789000"/>
              <a:ext cx="1084614" cy="1457255"/>
            </a:xfrm>
            <a:prstGeom prst="rect">
              <a:avLst/>
            </a:prstGeom>
          </p:spPr>
        </p:pic>
        <p:pic>
          <p:nvPicPr>
            <p:cNvPr id="21" name="Picture SoftUni Creative Logo" descr="SoftUni Creative logo">
              <a:extLst>
                <a:ext uri="{FF2B5EF4-FFF2-40B4-BE49-F238E27FC236}">
                  <a16:creationId xmlns:a16="http://schemas.microsoft.com/office/drawing/2014/main" id="{EA755AAE-BA08-481C-9224-0061170EE4B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173913" y="3776293"/>
              <a:ext cx="1166400" cy="1389257"/>
            </a:xfrm>
            <a:prstGeom prst="rect">
              <a:avLst/>
            </a:prstGeom>
          </p:spPr>
        </p:pic>
        <p:pic>
          <p:nvPicPr>
            <p:cNvPr id="20" name="Picture SoftUni Svetlina Logo" descr="SoftUni Svetlina logo">
              <a:extLst>
                <a:ext uri="{FF2B5EF4-FFF2-40B4-BE49-F238E27FC236}">
                  <a16:creationId xmlns:a16="http://schemas.microsoft.com/office/drawing/2014/main" id="{827D15FD-4C66-4B85-98E6-7826AA8F61C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735029" y="3776293"/>
              <a:ext cx="1166400" cy="1402229"/>
            </a:xfrm>
            <a:prstGeom prst="rect">
              <a:avLst/>
            </a:prstGeom>
          </p:spPr>
        </p:pic>
        <p:pic>
          <p:nvPicPr>
            <p:cNvPr id="25" name="Picture Software University Logo" descr="Software University logo">
              <a:extLst>
                <a:ext uri="{FF2B5EF4-FFF2-40B4-BE49-F238E27FC236}">
                  <a16:creationId xmlns:a16="http://schemas.microsoft.com/office/drawing/2014/main" id="{C74C190C-5856-41B9-8819-AE8DE0E10980}"/>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332216" y="3776295"/>
              <a:ext cx="1164654" cy="1440000"/>
            </a:xfrm>
            <a:prstGeom prst="rect">
              <a:avLst/>
            </a:prstGeom>
          </p:spPr>
        </p:pic>
        <p:cxnSp>
          <p:nvCxnSpPr>
            <p:cNvPr id="33" name="Straight Connector 6">
              <a:extLst>
                <a:ext uri="{FF2B5EF4-FFF2-40B4-BE49-F238E27FC236}">
                  <a16:creationId xmlns:a16="http://schemas.microsoft.com/office/drawing/2014/main" id="{5C63D1E8-4A92-4691-8A24-A2FC7E8008E5}"/>
                </a:ext>
              </a:extLst>
            </p:cNvPr>
            <p:cNvCxnSpPr>
              <a:cxnSpLocks/>
            </p:cNvCxnSpPr>
            <p:nvPr userDrawn="1"/>
          </p:nvCxnSpPr>
          <p:spPr>
            <a:xfrm>
              <a:off x="11077113" y="3335565"/>
              <a:ext cx="0" cy="23622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2" name="Straight Connector 5">
              <a:extLst>
                <a:ext uri="{FF2B5EF4-FFF2-40B4-BE49-F238E27FC236}">
                  <a16:creationId xmlns:a16="http://schemas.microsoft.com/office/drawing/2014/main" id="{6E91D320-3732-40B8-864D-142D0A277ED1}"/>
                </a:ext>
              </a:extLst>
            </p:cNvPr>
            <p:cNvCxnSpPr>
              <a:cxnSpLocks/>
            </p:cNvCxnSpPr>
            <p:nvPr userDrawn="1"/>
          </p:nvCxnSpPr>
          <p:spPr>
            <a:xfrm>
              <a:off x="9637113" y="3329215"/>
              <a:ext cx="0" cy="23622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1" name="Straight Connector 4">
              <a:extLst>
                <a:ext uri="{FF2B5EF4-FFF2-40B4-BE49-F238E27FC236}">
                  <a16:creationId xmlns:a16="http://schemas.microsoft.com/office/drawing/2014/main" id="{299ABE09-E33C-46B7-A80D-7BF4A6956211}"/>
                </a:ext>
              </a:extLst>
            </p:cNvPr>
            <p:cNvCxnSpPr/>
            <p:nvPr userDrawn="1"/>
          </p:nvCxnSpPr>
          <p:spPr>
            <a:xfrm>
              <a:off x="8197113" y="3329215"/>
              <a:ext cx="0" cy="23622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0" name="Straight Connector 3">
              <a:extLst>
                <a:ext uri="{FF2B5EF4-FFF2-40B4-BE49-F238E27FC236}">
                  <a16:creationId xmlns:a16="http://schemas.microsoft.com/office/drawing/2014/main" id="{93DDBF37-0764-47AA-94E3-9A44F3ED8FB5}"/>
                </a:ext>
              </a:extLst>
            </p:cNvPr>
            <p:cNvCxnSpPr/>
            <p:nvPr userDrawn="1"/>
          </p:nvCxnSpPr>
          <p:spPr>
            <a:xfrm>
              <a:off x="6757113" y="3329215"/>
              <a:ext cx="0" cy="23622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9" name="Straight Connector 2">
              <a:extLst>
                <a:ext uri="{FF2B5EF4-FFF2-40B4-BE49-F238E27FC236}">
                  <a16:creationId xmlns:a16="http://schemas.microsoft.com/office/drawing/2014/main" id="{72BFE2F3-0845-4E5B-9375-E9D4027DD675}"/>
                </a:ext>
              </a:extLst>
            </p:cNvPr>
            <p:cNvCxnSpPr/>
            <p:nvPr userDrawn="1"/>
          </p:nvCxnSpPr>
          <p:spPr>
            <a:xfrm>
              <a:off x="5309913" y="3335565"/>
              <a:ext cx="0" cy="23622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8" name="Straight Connector 1">
              <a:extLst>
                <a:ext uri="{FF2B5EF4-FFF2-40B4-BE49-F238E27FC236}">
                  <a16:creationId xmlns:a16="http://schemas.microsoft.com/office/drawing/2014/main" id="{D4E5982E-3110-47E1-A5BB-91B7BECC3093}"/>
                </a:ext>
              </a:extLst>
            </p:cNvPr>
            <p:cNvCxnSpPr/>
            <p:nvPr userDrawn="1"/>
          </p:nvCxnSpPr>
          <p:spPr>
            <a:xfrm>
              <a:off x="3915327" y="3335565"/>
              <a:ext cx="0" cy="23622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7" name="Straight Connector Horizontal">
              <a:extLst>
                <a:ext uri="{FF2B5EF4-FFF2-40B4-BE49-F238E27FC236}">
                  <a16:creationId xmlns:a16="http://schemas.microsoft.com/office/drawing/2014/main" id="{5F62FB7C-BD6E-4383-98C1-2CF30F34CAFD}"/>
                </a:ext>
              </a:extLst>
            </p:cNvPr>
            <p:cNvCxnSpPr>
              <a:cxnSpLocks/>
            </p:cNvCxnSpPr>
            <p:nvPr userDrawn="1"/>
          </p:nvCxnSpPr>
          <p:spPr>
            <a:xfrm>
              <a:off x="3915327" y="3335565"/>
              <a:ext cx="7161786"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4" name="Straight Connector 0">
              <a:extLst>
                <a:ext uri="{FF2B5EF4-FFF2-40B4-BE49-F238E27FC236}">
                  <a16:creationId xmlns:a16="http://schemas.microsoft.com/office/drawing/2014/main" id="{C84A0FE1-723D-4682-8682-77BAD950EE15}"/>
                </a:ext>
              </a:extLst>
            </p:cNvPr>
            <p:cNvCxnSpPr/>
            <p:nvPr userDrawn="1"/>
          </p:nvCxnSpPr>
          <p:spPr>
            <a:xfrm>
              <a:off x="7496220" y="3092995"/>
              <a:ext cx="0" cy="236220"/>
            </a:xfrm>
            <a:prstGeom prst="line">
              <a:avLst/>
            </a:prstGeom>
            <a:ln w="25400"/>
          </p:spPr>
          <p:style>
            <a:lnRef idx="1">
              <a:schemeClr val="accent1"/>
            </a:lnRef>
            <a:fillRef idx="0">
              <a:schemeClr val="accent1"/>
            </a:fillRef>
            <a:effectRef idx="0">
              <a:schemeClr val="accent1"/>
            </a:effectRef>
            <a:fontRef idx="minor">
              <a:schemeClr val="tx1"/>
            </a:fontRef>
          </p:style>
        </p:cxnSp>
        <p:pic>
          <p:nvPicPr>
            <p:cNvPr id="18" name="Picture SoftUni Logo" descr="SoftUni logo">
              <a:extLst>
                <a:ext uri="{FF2B5EF4-FFF2-40B4-BE49-F238E27FC236}">
                  <a16:creationId xmlns:a16="http://schemas.microsoft.com/office/drawing/2014/main" id="{A0675455-B7FA-4569-A5FD-A3B0F20B2A26}"/>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896770" y="1702473"/>
              <a:ext cx="1198901" cy="1198901"/>
            </a:xfrm>
            <a:prstGeom prst="rect">
              <a:avLst/>
            </a:prstGeom>
          </p:spPr>
        </p:pic>
      </p:grpSp>
      <p:sp>
        <p:nvSpPr>
          <p:cNvPr id="19" name="Slide Title">
            <a:extLst>
              <a:ext uri="{FF2B5EF4-FFF2-40B4-BE49-F238E27FC236}">
                <a16:creationId xmlns:a16="http://schemas.microsoft.com/office/drawing/2014/main" id="{7CFDBB16-985C-4CC7-B6DB-B81B36037922}"/>
              </a:ext>
            </a:extLst>
          </p:cNvPr>
          <p:cNvSpPr>
            <a:spLocks noGrp="1"/>
          </p:cNvSpPr>
          <p:nvPr>
            <p:ph type="title"/>
          </p:nvPr>
        </p:nvSpPr>
        <p:spPr>
          <a:xfrm>
            <a:off x="809628" y="703244"/>
            <a:ext cx="5916372" cy="1033303"/>
          </a:xfrm>
          <a:prstGeom prst="rect">
            <a:avLst/>
          </a:prstGeom>
        </p:spPr>
        <p:txBody>
          <a:bodyPr wrap="none" lIns="0" tIns="0" rIns="0" bIns="0" anchor="ctr" anchorCtr="0">
            <a:noAutofit/>
            <a:scene3d>
              <a:camera prst="orthographicFront"/>
              <a:lightRig rig="soft" dir="t">
                <a:rot lat="0" lon="0" rev="10800000"/>
              </a:lightRig>
            </a:scene3d>
            <a:sp3d>
              <a:bevelT w="27940" h="12700"/>
              <a:contourClr>
                <a:srgbClr val="DDDDDD"/>
              </a:contourClr>
            </a:sp3d>
          </a:bodyPr>
          <a:lstStyle/>
          <a:p>
            <a:pPr marL="0" marR="0" lvl="0" indent="0" algn="l" defTabSz="913852" rtl="0" eaLnBrk="0" fontAlgn="auto" latinLnBrk="0" hangingPunct="0">
              <a:lnSpc>
                <a:spcPct val="100000"/>
              </a:lnSpc>
              <a:spcBef>
                <a:spcPts val="0"/>
              </a:spcBef>
              <a:spcAft>
                <a:spcPts val="0"/>
              </a:spcAft>
              <a:buClr>
                <a:srgbClr val="67748E">
                  <a:lumMod val="40000"/>
                  <a:lumOff val="60000"/>
                </a:srgbClr>
              </a:buClr>
              <a:buSzPct val="70000"/>
              <a:buFont typeface="Wingdings 2" pitchFamily="18" charset="2"/>
              <a:buNone/>
              <a:tabLst/>
              <a:defRPr/>
            </a:pPr>
            <a:r>
              <a:rPr kumimoji="0" lang="en-US" sz="8797" b="1" i="0" u="none" strike="noStrike" kern="1200" cap="none" spc="0" normalizeH="0" baseline="0" noProof="0" dirty="0">
                <a:ln>
                  <a:noFill/>
                </a:ln>
                <a:solidFill>
                  <a:srgbClr val="234465"/>
                </a:solidFill>
                <a:effectLst/>
                <a:uLnTx/>
                <a:uFillTx/>
                <a:latin typeface="Calibri" panose="020F0502020204030204"/>
                <a:ea typeface="+mn-ea"/>
                <a:cs typeface="+mn-cs"/>
              </a:rPr>
              <a:t>Questions?</a:t>
            </a:r>
            <a:endParaRPr kumimoji="0" lang="en-US" sz="8797" b="1" i="0" u="none" strike="noStrike" kern="1200" cap="none" spc="150" normalizeH="0" baseline="0" noProof="0" dirty="0">
              <a:ln w="11430"/>
              <a:solidFill>
                <a:srgbClr val="234465"/>
              </a:solidFill>
              <a:effectLst>
                <a:outerShdw blurRad="25400" algn="tl" rotWithShape="0">
                  <a:srgbClr val="000000">
                    <a:alpha val="43000"/>
                  </a:srgbClr>
                </a:outerShdw>
              </a:effectLst>
              <a:uLnTx/>
              <a:uFillTx/>
              <a:latin typeface="Calibri" panose="020F0502020204030204"/>
              <a:ea typeface="+mn-ea"/>
              <a:cs typeface="+mn-cs"/>
            </a:endParaRPr>
          </a:p>
        </p:txBody>
      </p:sp>
      <p:pic>
        <p:nvPicPr>
          <p:cNvPr id="36" name="Logo Software University" descr="Software University logo">
            <a:extLst>
              <a:ext uri="{FF2B5EF4-FFF2-40B4-BE49-F238E27FC236}">
                <a16:creationId xmlns:a16="http://schemas.microsoft.com/office/drawing/2014/main" id="{67FC4D2E-913D-432A-B658-F0D82839FA5E}"/>
              </a:ext>
            </a:extLst>
          </p:cNvPr>
          <p:cNvPicPr>
            <a:picLocks noChangeAspect="1"/>
          </p:cNvPicPr>
          <p:nvPr userDrawn="1"/>
        </p:nvPicPr>
        <p:blipFill>
          <a:blip r:embed="rId11" cstate="hq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008761" y="190267"/>
            <a:ext cx="2013336" cy="690975"/>
          </a:xfrm>
          <a:prstGeom prst="rect">
            <a:avLst/>
          </a:prstGeom>
        </p:spPr>
      </p:pic>
    </p:spTree>
    <p:extLst>
      <p:ext uri="{BB962C8B-B14F-4D97-AF65-F5344CB8AC3E}">
        <p14:creationId xmlns:p14="http://schemas.microsoft.com/office/powerpoint/2010/main" val="4192061223"/>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bout Slide">
    <p:spTree>
      <p:nvGrpSpPr>
        <p:cNvPr id="1" name=""/>
        <p:cNvGrpSpPr/>
        <p:nvPr/>
      </p:nvGrpSpPr>
      <p:grpSpPr>
        <a:xfrm>
          <a:off x="0" y="0"/>
          <a:ext cx="0" cy="0"/>
          <a:chOff x="0" y="0"/>
          <a:chExt cx="0" cy="0"/>
        </a:xfrm>
      </p:grpSpPr>
      <p:sp>
        <p:nvSpPr>
          <p:cNvPr id="13" name="Slide Number">
            <a:extLst>
              <a:ext uri="{FF2B5EF4-FFF2-40B4-BE49-F238E27FC236}">
                <a16:creationId xmlns:a16="http://schemas.microsoft.com/office/drawing/2014/main" id="{5B8761D8-B42F-4A70-A0CE-682CEB2AE31B}"/>
              </a:ext>
            </a:extLst>
          </p:cNvPr>
          <p:cNvSpPr>
            <a:spLocks noGrp="1"/>
          </p:cNvSpPr>
          <p:nvPr>
            <p:ph type="sldNum" sz="quarter" idx="4"/>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a:t>
            </a:fld>
            <a:endParaRPr lang="en-US" noProof="0" dirty="0"/>
          </a:p>
        </p:txBody>
      </p:sp>
      <p:pic>
        <p:nvPicPr>
          <p:cNvPr id="17" name="Picture Logo FB" descr="Facebook logo">
            <a:hlinkClick r:id="rId2" tooltip="Software University @ Facebook"/>
            <a:extLst>
              <a:ext uri="{FF2B5EF4-FFF2-40B4-BE49-F238E27FC236}">
                <a16:creationId xmlns:a16="http://schemas.microsoft.com/office/drawing/2014/main" id="{6B2C510E-5EF2-49F6-B926-2BD74CD3C7F8}"/>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a:ext>
            </a:extLst>
          </a:blip>
          <a:srcRect/>
          <a:stretch/>
        </p:blipFill>
        <p:spPr bwMode="auto">
          <a:xfrm>
            <a:off x="10507451" y="4284000"/>
            <a:ext cx="1003954" cy="1017562"/>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Logo SoftUni Right" descr="Software University logo">
            <a:hlinkClick r:id="rId4"/>
            <a:extLst>
              <a:ext uri="{FF2B5EF4-FFF2-40B4-BE49-F238E27FC236}">
                <a16:creationId xmlns:a16="http://schemas.microsoft.com/office/drawing/2014/main" id="{F4604840-E810-44B7-9FF1-3B28CD68B758}"/>
              </a:ext>
            </a:extLst>
          </p:cNvPr>
          <p:cNvPicPr>
            <a:picLocks noChangeAspect="1"/>
          </p:cNvPicPr>
          <p:nvPr userDrawn="1"/>
        </p:nvPicPr>
        <p:blipFill>
          <a:blip r:embed="rId5" cstate="hqprint">
            <a:extLst>
              <a:ext uri="{28A0092B-C50C-407E-A947-70E740481C1C}">
                <a14:useLocalDpi xmlns:a14="http://schemas.microsoft.com/office/drawing/2010/main" val="0"/>
              </a:ext>
            </a:extLst>
          </a:blip>
          <a:stretch>
            <a:fillRect/>
          </a:stretch>
        </p:blipFill>
        <p:spPr>
          <a:xfrm>
            <a:off x="10413401" y="1674000"/>
            <a:ext cx="1192055" cy="1473880"/>
          </a:xfrm>
          <a:prstGeom prst="rect">
            <a:avLst/>
          </a:prstGeom>
        </p:spPr>
      </p:pic>
      <p:pic>
        <p:nvPicPr>
          <p:cNvPr id="16" name="Picture SoftUni Mascot" descr="SoftUni mascot">
            <a:hlinkClick r:id="rId6"/>
            <a:extLst>
              <a:ext uri="{FF2B5EF4-FFF2-40B4-BE49-F238E27FC236}">
                <a16:creationId xmlns:a16="http://schemas.microsoft.com/office/drawing/2014/main" id="{07C965FA-A87E-4824-AFA8-C67AF548A76A}"/>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7181957" y="2584289"/>
            <a:ext cx="2732955" cy="3630993"/>
          </a:xfrm>
          <a:prstGeom prst="rect">
            <a:avLst/>
          </a:prstGeom>
        </p:spPr>
      </p:pic>
      <p:sp>
        <p:nvSpPr>
          <p:cNvPr id="12" name="Slide Body Text">
            <a:extLst>
              <a:ext uri="{FF2B5EF4-FFF2-40B4-BE49-F238E27FC236}">
                <a16:creationId xmlns:a16="http://schemas.microsoft.com/office/drawing/2014/main" id="{0C1F9416-8B6E-46DE-973C-777785E27A26}"/>
              </a:ext>
            </a:extLst>
          </p:cNvPr>
          <p:cNvSpPr>
            <a:spLocks noGrp="1"/>
          </p:cNvSpPr>
          <p:nvPr>
            <p:ph idx="4294967295" hasCustomPrompt="1"/>
          </p:nvPr>
        </p:nvSpPr>
        <p:spPr>
          <a:xfrm>
            <a:off x="152410" y="1186307"/>
            <a:ext cx="8688590" cy="5496127"/>
          </a:xfrm>
        </p:spPr>
        <p:txBody>
          <a:bodyPr wrap="square">
            <a:noAutofit/>
          </a:bodyPr>
          <a:lstStyle>
            <a:lvl1pPr latinLnBrk="0">
              <a:buClr>
                <a:schemeClr val="tx1"/>
              </a:buClr>
              <a:defRPr sz="2798"/>
            </a:lvl1pPr>
            <a:lvl2pPr marL="989981" marR="0" indent="-380762" algn="l" defTabSz="1218438" rtl="0" eaLnBrk="1" fontAlgn="auto" latinLnBrk="1" hangingPunct="1">
              <a:lnSpc>
                <a:spcPct val="100000"/>
              </a:lnSpc>
              <a:spcBef>
                <a:spcPts val="600"/>
              </a:spcBef>
              <a:spcAft>
                <a:spcPts val="600"/>
              </a:spcAft>
              <a:buClrTx/>
              <a:buSzTx/>
              <a:buFont typeface="Wingdings" panose="05000000000000000000" pitchFamily="2" charset="2"/>
              <a:buChar char="§"/>
              <a:tabLst>
                <a:tab pos="282405" algn="l"/>
              </a:tabLst>
              <a:defRPr sz="2800"/>
            </a:lvl2pPr>
            <a:lvl3pPr>
              <a:buClr>
                <a:schemeClr val="tx1"/>
              </a:buClr>
              <a:defRPr/>
            </a:lvl3pPr>
          </a:lstStyle>
          <a:p>
            <a:r>
              <a:rPr lang="en-US" sz="3000" noProof="0" dirty="0"/>
              <a:t>Software University – High-Quality Education, Profession and Job for Software Developers</a:t>
            </a:r>
          </a:p>
          <a:p>
            <a:pPr lvl="1"/>
            <a:r>
              <a:rPr lang="en-US" noProof="1">
                <a:hlinkClick r:id="rId6"/>
              </a:rPr>
              <a:t>softuni.bg</a:t>
            </a:r>
            <a:r>
              <a:rPr lang="en-US" noProof="1"/>
              <a:t> </a:t>
            </a:r>
          </a:p>
          <a:p>
            <a:r>
              <a:rPr lang="en-US" sz="3000" noProof="0" dirty="0"/>
              <a:t>Software University Foundation</a:t>
            </a:r>
          </a:p>
          <a:p>
            <a:pPr lvl="1"/>
            <a:r>
              <a:rPr lang="en-US" noProof="1">
                <a:hlinkClick r:id="rId8"/>
              </a:rPr>
              <a:t>softuni.foundation</a:t>
            </a:r>
            <a:endParaRPr lang="en-US" noProof="1"/>
          </a:p>
          <a:p>
            <a:r>
              <a:rPr lang="en-US" sz="3000" noProof="0" dirty="0"/>
              <a:t>Software University @ Facebook</a:t>
            </a:r>
          </a:p>
          <a:p>
            <a:pPr lvl="1"/>
            <a:r>
              <a:rPr lang="en-US" noProof="1">
                <a:hlinkClick r:id="rId2"/>
              </a:rPr>
              <a:t>facebook.com/SoftwareUniversity</a:t>
            </a:r>
            <a:endParaRPr lang="en-US" noProof="1"/>
          </a:p>
          <a:p>
            <a:r>
              <a:rPr lang="en-US" sz="3000" noProof="0" dirty="0"/>
              <a:t>Software University Forums</a:t>
            </a:r>
          </a:p>
          <a:p>
            <a:pPr lvl="1"/>
            <a:r>
              <a:rPr lang="en-US" noProof="1">
                <a:hlinkClick r:id="rId9"/>
              </a:rPr>
              <a:t>forum.softuni.bg</a:t>
            </a:r>
            <a:endParaRPr lang="en-US" noProof="1"/>
          </a:p>
        </p:txBody>
      </p:sp>
      <p:sp>
        <p:nvSpPr>
          <p:cNvPr id="10" name="Rectangle Top">
            <a:extLst>
              <a:ext uri="{FF2B5EF4-FFF2-40B4-BE49-F238E27FC236}">
                <a16:creationId xmlns:a16="http://schemas.microsoft.com/office/drawing/2014/main" id="{86646B95-5E3B-4DE8-9118-031C2C296D8C}"/>
              </a:ext>
            </a:extLst>
          </p:cNvPr>
          <p:cNvSpPr/>
          <p:nvPr userDrawn="1"/>
        </p:nvSpPr>
        <p:spPr>
          <a:xfrm>
            <a:off x="0" y="0"/>
            <a:ext cx="12195176" cy="109537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2" rtl="0" eaLnBrk="1" fontAlgn="auto" latinLnBrk="0" hangingPunct="1">
              <a:lnSpc>
                <a:spcPct val="100000"/>
              </a:lnSpc>
              <a:spcBef>
                <a:spcPts val="0"/>
              </a:spcBef>
              <a:spcAft>
                <a:spcPts val="0"/>
              </a:spcAft>
              <a:buClrTx/>
              <a:buSzTx/>
              <a:buFontTx/>
              <a:buNone/>
              <a:tabLst/>
              <a:defRPr/>
            </a:pPr>
            <a:endParaRPr kumimoji="0" lang="en-US" altLang="ko-KR" sz="2398" b="0" i="0" u="none" strike="noStrike" kern="1200" cap="none" spc="0" normalizeH="0" baseline="0" noProof="0" dirty="0">
              <a:ln>
                <a:noFill/>
              </a:ln>
              <a:solidFill>
                <a:srgbClr val="F7C86D"/>
              </a:solidFill>
              <a:effectLst/>
              <a:uLnTx/>
              <a:uFillTx/>
              <a:latin typeface="Calibri" panose="020F0502020204030204"/>
              <a:ea typeface="맑은 고딕" panose="020B0503020000020004" pitchFamily="34" charset="-127"/>
              <a:cs typeface="+mn-cs"/>
            </a:endParaRPr>
          </a:p>
        </p:txBody>
      </p:sp>
      <p:pic>
        <p:nvPicPr>
          <p:cNvPr id="11" name="Logo Software University" descr="Software University logo">
            <a:extLst>
              <a:ext uri="{FF2B5EF4-FFF2-40B4-BE49-F238E27FC236}">
                <a16:creationId xmlns:a16="http://schemas.microsoft.com/office/drawing/2014/main" id="{58AB1944-B146-4E89-B2D9-426EB610F319}"/>
              </a:ext>
            </a:extLst>
          </p:cNvPr>
          <p:cNvPicPr>
            <a:picLocks noChangeAspect="1"/>
          </p:cNvPicPr>
          <p:nvPr userDrawn="1"/>
        </p:nvPicPr>
        <p:blipFill>
          <a:blip r:embed="rId10" cstate="hqprint">
            <a:extLst>
              <a:ext uri="{28A0092B-C50C-407E-A947-70E740481C1C}">
                <a14:useLocalDpi xmlns:a14="http://schemas.microsoft.com/office/drawing/2010/main" val="0"/>
              </a:ext>
            </a:extLst>
          </a:blip>
          <a:stretch>
            <a:fillRect/>
          </a:stretch>
        </p:blipFill>
        <p:spPr>
          <a:xfrm>
            <a:off x="10067957" y="253936"/>
            <a:ext cx="1915704" cy="559235"/>
          </a:xfrm>
          <a:prstGeom prst="rect">
            <a:avLst/>
          </a:prstGeom>
        </p:spPr>
      </p:pic>
      <p:sp>
        <p:nvSpPr>
          <p:cNvPr id="18" name="Slide Title">
            <a:extLst>
              <a:ext uri="{FF2B5EF4-FFF2-40B4-BE49-F238E27FC236}">
                <a16:creationId xmlns:a16="http://schemas.microsoft.com/office/drawing/2014/main" id="{AE87ED9C-76E1-4D85-9B06-3AF44AABB668}"/>
              </a:ext>
            </a:extLst>
          </p:cNvPr>
          <p:cNvSpPr>
            <a:spLocks noGrp="1"/>
          </p:cNvSpPr>
          <p:nvPr>
            <p:ph type="title" hasCustomPrompt="1"/>
          </p:nvPr>
        </p:nvSpPr>
        <p:spPr>
          <a:xfrm>
            <a:off x="172286" y="108873"/>
            <a:ext cx="9742626" cy="882654"/>
          </a:xfrm>
        </p:spPr>
        <p:txBody>
          <a:bodyPr/>
          <a:lstStyle>
            <a:lvl1pPr latinLnBrk="0">
              <a:defRPr>
                <a:solidFill>
                  <a:schemeClr val="bg2"/>
                </a:solidFill>
              </a:defRPr>
            </a:lvl1pPr>
          </a:lstStyle>
          <a:p>
            <a:r>
              <a:rPr lang="en-US" noProof="0" dirty="0"/>
              <a:t>Trainings @ Software University (SoftUni)</a:t>
            </a:r>
          </a:p>
        </p:txBody>
      </p:sp>
    </p:spTree>
    <p:extLst>
      <p:ext uri="{BB962C8B-B14F-4D97-AF65-F5344CB8AC3E}">
        <p14:creationId xmlns:p14="http://schemas.microsoft.com/office/powerpoint/2010/main" val="2196466322"/>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ource Code Example">
  <p:cSld name="1_Source Code Example">
    <p:spTree>
      <p:nvGrpSpPr>
        <p:cNvPr id="1" name="Shape 142"/>
        <p:cNvGrpSpPr/>
        <p:nvPr/>
      </p:nvGrpSpPr>
      <p:grpSpPr>
        <a:xfrm>
          <a:off x="0" y="0"/>
          <a:ext cx="0" cy="0"/>
          <a:chOff x="0" y="0"/>
          <a:chExt cx="0" cy="0"/>
        </a:xfrm>
      </p:grpSpPr>
      <p:sp>
        <p:nvSpPr>
          <p:cNvPr id="143" name="Google Shape;143;p10"/>
          <p:cNvSpPr txBox="1">
            <a:spLocks noGrp="1"/>
          </p:cNvSpPr>
          <p:nvPr>
            <p:ph type="sldNum" idx="12"/>
          </p:nvPr>
        </p:nvSpPr>
        <p:spPr>
          <a:xfrm>
            <a:off x="11753030" y="6507000"/>
            <a:ext cx="367414" cy="2970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44" name="Google Shape;144;p10"/>
          <p:cNvSpPr txBox="1">
            <a:spLocks noGrp="1"/>
          </p:cNvSpPr>
          <p:nvPr>
            <p:ph type="body" idx="1"/>
          </p:nvPr>
        </p:nvSpPr>
        <p:spPr>
          <a:xfrm>
            <a:off x="621234" y="1931154"/>
            <a:ext cx="10949531" cy="1362846"/>
          </a:xfrm>
          <a:prstGeom prst="rect">
            <a:avLst/>
          </a:prstGeom>
          <a:solidFill>
            <a:srgbClr val="ACB4C3">
              <a:alpha val="14509"/>
            </a:srgbClr>
          </a:solidFill>
          <a:ln w="12700" cap="flat" cmpd="sng">
            <a:solidFill>
              <a:srgbClr val="112232"/>
            </a:solidFill>
            <a:prstDash val="solid"/>
            <a:round/>
            <a:headEnd type="none" w="sm" len="sm"/>
            <a:tailEnd type="none" w="sm" len="sm"/>
          </a:ln>
        </p:spPr>
        <p:txBody>
          <a:bodyPr spcFirstLastPara="1" wrap="square" lIns="144000" tIns="108000" rIns="144000" bIns="108000" anchor="t" anchorCtr="0">
            <a:spAutoFit/>
          </a:bodyPr>
          <a:lstStyle>
            <a:lvl1pPr marL="457200" lvl="0" indent="-228600" algn="l">
              <a:lnSpc>
                <a:spcPct val="105000"/>
              </a:lnSpc>
              <a:spcBef>
                <a:spcPts val="0"/>
              </a:spcBef>
              <a:spcAft>
                <a:spcPts val="0"/>
              </a:spcAft>
              <a:buClr>
                <a:schemeClr val="dk1"/>
              </a:buClr>
              <a:buSzPts val="2398"/>
              <a:buNone/>
              <a:defRPr sz="2398" b="1">
                <a:solidFill>
                  <a:schemeClr val="dk1"/>
                </a:solidFill>
                <a:latin typeface="Consolas"/>
                <a:ea typeface="Consolas"/>
                <a:cs typeface="Consolas"/>
                <a:sym typeface="Consolas"/>
              </a:defRPr>
            </a:lvl1pPr>
            <a:lvl2pPr marL="914400" lvl="1" indent="-342900" algn="l">
              <a:lnSpc>
                <a:spcPct val="105000"/>
              </a:lnSpc>
              <a:spcBef>
                <a:spcPts val="600"/>
              </a:spcBef>
              <a:spcAft>
                <a:spcPts val="0"/>
              </a:spcAft>
              <a:buClr>
                <a:schemeClr val="dk1"/>
              </a:buClr>
              <a:buSzPts val="1800"/>
              <a:buChar char="▪"/>
              <a:defRPr/>
            </a:lvl2pPr>
            <a:lvl3pPr marL="1371600" lvl="2" indent="-342900" algn="l">
              <a:lnSpc>
                <a:spcPct val="105000"/>
              </a:lnSpc>
              <a:spcBef>
                <a:spcPts val="600"/>
              </a:spcBef>
              <a:spcAft>
                <a:spcPts val="0"/>
              </a:spcAft>
              <a:buClr>
                <a:schemeClr val="dk1"/>
              </a:buClr>
              <a:buSzPts val="1800"/>
              <a:buChar char="▪"/>
              <a:defRPr/>
            </a:lvl3pPr>
            <a:lvl4pPr marL="1828800" lvl="3" indent="-342900" algn="l">
              <a:lnSpc>
                <a:spcPct val="105000"/>
              </a:lnSpc>
              <a:spcBef>
                <a:spcPts val="600"/>
              </a:spcBef>
              <a:spcAft>
                <a:spcPts val="0"/>
              </a:spcAft>
              <a:buClr>
                <a:schemeClr val="dk1"/>
              </a:buClr>
              <a:buSzPts val="1800"/>
              <a:buChar char="▪"/>
              <a:defRPr/>
            </a:lvl4pPr>
            <a:lvl5pPr marL="2286000" lvl="4" indent="-342900" algn="l">
              <a:lnSpc>
                <a:spcPct val="105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45" name="Google Shape;145;p10"/>
          <p:cNvSpPr txBox="1">
            <a:spLocks noGrp="1"/>
          </p:cNvSpPr>
          <p:nvPr>
            <p:ph type="body" idx="2"/>
          </p:nvPr>
        </p:nvSpPr>
        <p:spPr>
          <a:xfrm>
            <a:off x="190501" y="1196126"/>
            <a:ext cx="11811097" cy="5561124"/>
          </a:xfrm>
          <a:prstGeom prst="rect">
            <a:avLst/>
          </a:prstGeom>
          <a:noFill/>
          <a:ln>
            <a:noFill/>
          </a:ln>
        </p:spPr>
        <p:txBody>
          <a:bodyPr spcFirstLastPara="1" wrap="square" lIns="108000" tIns="36000" rIns="108000" bIns="36000" anchor="t" anchorCtr="0">
            <a:normAutofit/>
          </a:bodyPr>
          <a:lstStyle>
            <a:lvl1pPr marL="457200" lvl="0" indent="-228600" algn="l">
              <a:lnSpc>
                <a:spcPct val="105000"/>
              </a:lnSpc>
              <a:spcBef>
                <a:spcPts val="600"/>
              </a:spcBef>
              <a:spcAft>
                <a:spcPts val="0"/>
              </a:spcAft>
              <a:buClr>
                <a:schemeClr val="dk1"/>
              </a:buClr>
              <a:buSzPts val="3398"/>
              <a:buNone/>
              <a:defRPr>
                <a:solidFill>
                  <a:schemeClr val="dk1"/>
                </a:solidFill>
              </a:defRPr>
            </a:lvl1pPr>
            <a:lvl2pPr marL="914400" lvl="1" indent="-228600" algn="l">
              <a:lnSpc>
                <a:spcPct val="105000"/>
              </a:lnSpc>
              <a:spcBef>
                <a:spcPts val="600"/>
              </a:spcBef>
              <a:spcAft>
                <a:spcPts val="0"/>
              </a:spcAft>
              <a:buClr>
                <a:schemeClr val="dk1"/>
              </a:buClr>
              <a:buSzPts val="3198"/>
              <a:buNone/>
              <a:defRPr/>
            </a:lvl2pPr>
            <a:lvl3pPr marL="1371600" lvl="2" indent="-342900" algn="l">
              <a:lnSpc>
                <a:spcPct val="105000"/>
              </a:lnSpc>
              <a:spcBef>
                <a:spcPts val="600"/>
              </a:spcBef>
              <a:spcAft>
                <a:spcPts val="0"/>
              </a:spcAft>
              <a:buClr>
                <a:schemeClr val="dk1"/>
              </a:buClr>
              <a:buSzPts val="1800"/>
              <a:buChar char="▪"/>
              <a:defRPr/>
            </a:lvl3pPr>
            <a:lvl4pPr marL="1828800" lvl="3" indent="-342900" algn="l">
              <a:lnSpc>
                <a:spcPct val="105000"/>
              </a:lnSpc>
              <a:spcBef>
                <a:spcPts val="600"/>
              </a:spcBef>
              <a:spcAft>
                <a:spcPts val="0"/>
              </a:spcAft>
              <a:buClr>
                <a:schemeClr val="dk1"/>
              </a:buClr>
              <a:buSzPts val="1800"/>
              <a:buChar char="▪"/>
              <a:defRPr/>
            </a:lvl4pPr>
            <a:lvl5pPr marL="2286000" lvl="4" indent="-342900" algn="l">
              <a:lnSpc>
                <a:spcPct val="105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46" name="Google Shape;146;p10"/>
          <p:cNvSpPr/>
          <p:nvPr/>
        </p:nvSpPr>
        <p:spPr>
          <a:xfrm>
            <a:off x="0" y="0"/>
            <a:ext cx="12196800" cy="1095376"/>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398"/>
              <a:buFont typeface="Calibri"/>
              <a:buNone/>
            </a:pPr>
            <a:endParaRPr sz="2398" b="0" i="0" u="none" strike="noStrike" cap="none">
              <a:solidFill>
                <a:srgbClr val="F7C86D"/>
              </a:solidFill>
              <a:latin typeface="Calibri"/>
              <a:ea typeface="Calibri"/>
              <a:cs typeface="Calibri"/>
              <a:sym typeface="Calibri"/>
            </a:endParaRPr>
          </a:p>
        </p:txBody>
      </p:sp>
      <p:pic>
        <p:nvPicPr>
          <p:cNvPr id="147" name="Google Shape;147;p10" descr="Software University logo"/>
          <p:cNvPicPr preferRelativeResize="0"/>
          <p:nvPr/>
        </p:nvPicPr>
        <p:blipFill rotWithShape="1">
          <a:blip r:embed="rId2">
            <a:alphaModFix/>
          </a:blip>
          <a:srcRect/>
          <a:stretch/>
        </p:blipFill>
        <p:spPr>
          <a:xfrm>
            <a:off x="10067957" y="253936"/>
            <a:ext cx="1915704" cy="559235"/>
          </a:xfrm>
          <a:prstGeom prst="rect">
            <a:avLst/>
          </a:prstGeom>
          <a:noFill/>
          <a:ln>
            <a:noFill/>
          </a:ln>
        </p:spPr>
      </p:pic>
      <p:sp>
        <p:nvSpPr>
          <p:cNvPr id="148" name="Google Shape;148;p10"/>
          <p:cNvSpPr txBox="1">
            <a:spLocks noGrp="1"/>
          </p:cNvSpPr>
          <p:nvPr>
            <p:ph type="title"/>
          </p:nvPr>
        </p:nvSpPr>
        <p:spPr>
          <a:xfrm>
            <a:off x="190406" y="100750"/>
            <a:ext cx="9715594" cy="882654"/>
          </a:xfrm>
          <a:prstGeom prst="rect">
            <a:avLst/>
          </a:prstGeom>
          <a:noFill/>
          <a:ln>
            <a:noFill/>
          </a:ln>
        </p:spPr>
        <p:txBody>
          <a:bodyPr spcFirstLastPara="1" wrap="square" lIns="108000" tIns="36000" rIns="108000" bIns="36000" anchor="ctr" anchorCtr="0">
            <a:normAutofit/>
          </a:bodyPr>
          <a:lstStyle>
            <a:lvl1pPr lvl="0" algn="l">
              <a:lnSpc>
                <a:spcPct val="100000"/>
              </a:lnSpc>
              <a:spcBef>
                <a:spcPts val="0"/>
              </a:spcBef>
              <a:spcAft>
                <a:spcPts val="0"/>
              </a:spcAft>
              <a:buClr>
                <a:schemeClr val="lt2"/>
              </a:buClr>
              <a:buSzPts val="3998"/>
              <a:buFont typeface="Calibri"/>
              <a:buNone/>
              <a:defRPr>
                <a:solidFill>
                  <a:schemeClr val="l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1402992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2"/>
        </a:solidFill>
        <a:effectLst/>
      </p:bgPr>
    </p:bg>
    <p:spTree>
      <p:nvGrpSpPr>
        <p:cNvPr id="1" name=""/>
        <p:cNvGrpSpPr/>
        <p:nvPr/>
      </p:nvGrpSpPr>
      <p:grpSpPr>
        <a:xfrm>
          <a:off x="0" y="0"/>
          <a:ext cx="0" cy="0"/>
          <a:chOff x="0" y="0"/>
          <a:chExt cx="0" cy="0"/>
        </a:xfrm>
      </p:grpSpPr>
      <p:pic>
        <p:nvPicPr>
          <p:cNvPr id="4" name="Picture Background" descr="SoftUni Background">
            <a:extLst>
              <a:ext uri="{FF2B5EF4-FFF2-40B4-BE49-F238E27FC236}">
                <a16:creationId xmlns:a16="http://schemas.microsoft.com/office/drawing/2014/main" id="{5BE90A63-DDD9-4B3B-A234-DF69B9BC812F}"/>
              </a:ext>
            </a:extLst>
          </p:cNvPr>
          <p:cNvPicPr>
            <a:picLocks noChangeAspect="1"/>
          </p:cNvPicPr>
          <p:nvPr userDrawn="1"/>
        </p:nvPicPr>
        <p:blipFill rotWithShape="1">
          <a:blip r:embed="rId15"/>
          <a:srcRect b="1672"/>
          <a:stretch/>
        </p:blipFill>
        <p:spPr>
          <a:xfrm>
            <a:off x="0" y="1"/>
            <a:ext cx="12192000" cy="6857999"/>
          </a:xfrm>
          <a:prstGeom prst="rect">
            <a:avLst/>
          </a:prstGeom>
        </p:spPr>
      </p:pic>
      <p:sp>
        <p:nvSpPr>
          <p:cNvPr id="11" name="Slide Body Text">
            <a:extLst>
              <a:ext uri="{FF2B5EF4-FFF2-40B4-BE49-F238E27FC236}">
                <a16:creationId xmlns:a16="http://schemas.microsoft.com/office/drawing/2014/main" id="{90CBFB32-9F46-4F2F-8A54-9EE8BED27855}"/>
              </a:ext>
            </a:extLst>
          </p:cNvPr>
          <p:cNvSpPr>
            <a:spLocks noGrp="1"/>
          </p:cNvSpPr>
          <p:nvPr>
            <p:ph type="body" idx="1"/>
          </p:nvPr>
        </p:nvSpPr>
        <p:spPr>
          <a:xfrm>
            <a:off x="190404" y="1138844"/>
            <a:ext cx="11804830" cy="5530156"/>
          </a:xfrm>
          <a:prstGeom prst="rect">
            <a:avLst/>
          </a:prstGeom>
        </p:spPr>
        <p:txBody>
          <a:bodyPr vert="horz" lIns="108000" tIns="36000" rIns="108000" bIns="36000" rtlCol="0">
            <a:normAutofit/>
          </a:body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10" name="Slide Title">
            <a:extLst>
              <a:ext uri="{FF2B5EF4-FFF2-40B4-BE49-F238E27FC236}">
                <a16:creationId xmlns:a16="http://schemas.microsoft.com/office/drawing/2014/main" id="{B770C392-3003-4C35-9625-BB041F8257BA}"/>
              </a:ext>
            </a:extLst>
          </p:cNvPr>
          <p:cNvSpPr>
            <a:spLocks noGrp="1"/>
          </p:cNvSpPr>
          <p:nvPr>
            <p:ph type="title"/>
          </p:nvPr>
        </p:nvSpPr>
        <p:spPr>
          <a:xfrm>
            <a:off x="190405" y="100750"/>
            <a:ext cx="11804829" cy="882654"/>
          </a:xfrm>
          <a:prstGeom prst="rect">
            <a:avLst/>
          </a:prstGeom>
        </p:spPr>
        <p:txBody>
          <a:bodyPr vert="horz" lIns="108000" tIns="36000" rIns="108000" bIns="36000" rtlCol="0" anchor="ctr" anchorCtr="0">
            <a:normAutofit/>
          </a:bodyPr>
          <a:lstStyle/>
          <a:p>
            <a:r>
              <a:rPr lang="en-US" dirty="0"/>
              <a:t>Click to Edit Master Title Style</a:t>
            </a:r>
            <a:endParaRPr dirty="0"/>
          </a:p>
        </p:txBody>
      </p:sp>
    </p:spTree>
    <p:extLst>
      <p:ext uri="{BB962C8B-B14F-4D97-AF65-F5344CB8AC3E}">
        <p14:creationId xmlns:p14="http://schemas.microsoft.com/office/powerpoint/2010/main" val="156789181"/>
      </p:ext>
    </p:extLst>
  </p:cSld>
  <p:clrMap bg1="lt1" tx1="dk1" bg2="lt2" tx2="dk2" accent1="accent1" accent2="accent2" accent3="accent3" accent4="accent4" accent5="accent5" accent6="accent6" hlink="hlink" folHlink="folHlink"/>
  <p:sldLayoutIdLst>
    <p:sldLayoutId id="2147483676" r:id="rId1"/>
    <p:sldLayoutId id="2147483689" r:id="rId2"/>
    <p:sldLayoutId id="2147483681" r:id="rId3"/>
    <p:sldLayoutId id="2147483691" r:id="rId4"/>
    <p:sldLayoutId id="2147483680" r:id="rId5"/>
    <p:sldLayoutId id="2147483688" r:id="rId6"/>
    <p:sldLayoutId id="2147483684" r:id="rId7"/>
    <p:sldLayoutId id="2147483677" r:id="rId8"/>
    <p:sldLayoutId id="2147483683" r:id="rId9"/>
    <p:sldLayoutId id="2147483685" r:id="rId10"/>
    <p:sldLayoutId id="2147483686" r:id="rId11"/>
    <p:sldLayoutId id="2147483687" r:id="rId12"/>
    <p:sldLayoutId id="2147483692" r:id="rId13"/>
  </p:sldLayoutIdLst>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hf hdr="0" ftr="0" dt="0"/>
  <p:txStyles>
    <p:titleStyle>
      <a:lvl1pPr algn="l" defTabSz="1218438" rtl="0" eaLnBrk="1" latinLnBrk="0" hangingPunct="1">
        <a:spcBef>
          <a:spcPct val="0"/>
        </a:spcBef>
        <a:buNone/>
        <a:defRPr sz="3998" b="1" kern="1200">
          <a:solidFill>
            <a:schemeClr val="tx1"/>
          </a:solidFill>
          <a:latin typeface="+mj-lt"/>
          <a:ea typeface="+mj-ea"/>
          <a:cs typeface="+mj-cs"/>
        </a:defRPr>
      </a:lvl1pPr>
    </p:titleStyle>
    <p:bodyStyle>
      <a:lvl1pPr marL="360363" indent="-360363" algn="l" defTabSz="1218438" rtl="0" eaLnBrk="1" latinLnBrk="0" hangingPunct="1">
        <a:lnSpc>
          <a:spcPct val="105000"/>
        </a:lnSpc>
        <a:spcBef>
          <a:spcPts val="600"/>
        </a:spcBef>
        <a:spcAft>
          <a:spcPts val="600"/>
        </a:spcAft>
        <a:buFont typeface="Wingdings" panose="05000000000000000000" pitchFamily="2" charset="2"/>
        <a:buChar char="§"/>
        <a:defRPr sz="3398" kern="1200">
          <a:solidFill>
            <a:schemeClr val="tx1"/>
          </a:solidFill>
          <a:latin typeface="+mn-lt"/>
          <a:ea typeface="+mn-ea"/>
          <a:cs typeface="+mn-cs"/>
        </a:defRPr>
      </a:lvl1pPr>
      <a:lvl2pPr marL="803275" indent="-360363" algn="l" defTabSz="1218438" rtl="0" eaLnBrk="1" latinLnBrk="0" hangingPunct="1">
        <a:lnSpc>
          <a:spcPct val="105000"/>
        </a:lnSpc>
        <a:spcBef>
          <a:spcPts val="600"/>
        </a:spcBef>
        <a:spcAft>
          <a:spcPts val="600"/>
        </a:spcAft>
        <a:buFont typeface="Wingdings" panose="05000000000000000000" pitchFamily="2" charset="2"/>
        <a:buChar char="§"/>
        <a:defRPr sz="3198" kern="1200">
          <a:solidFill>
            <a:schemeClr val="tx1"/>
          </a:solidFill>
          <a:latin typeface="+mn-lt"/>
          <a:ea typeface="+mn-ea"/>
          <a:cs typeface="+mn-cs"/>
        </a:defRPr>
      </a:lvl2pPr>
      <a:lvl3pPr marL="1255713" indent="-360363" algn="l" defTabSz="1218438" rtl="0" eaLnBrk="1" latinLnBrk="0" hangingPunct="1">
        <a:lnSpc>
          <a:spcPct val="105000"/>
        </a:lnSpc>
        <a:spcBef>
          <a:spcPts val="600"/>
        </a:spcBef>
        <a:spcAft>
          <a:spcPts val="600"/>
        </a:spcAft>
        <a:buFont typeface="Wingdings" panose="05000000000000000000" pitchFamily="2" charset="2"/>
        <a:buChar char="§"/>
        <a:defRPr sz="2998" kern="1200">
          <a:solidFill>
            <a:schemeClr val="tx1"/>
          </a:solidFill>
          <a:latin typeface="+mn-lt"/>
          <a:ea typeface="+mn-ea"/>
          <a:cs typeface="+mn-cs"/>
        </a:defRPr>
      </a:lvl3pPr>
      <a:lvl4pPr marL="1700213" indent="-352425" algn="l" defTabSz="1218438" rtl="0" eaLnBrk="1" latinLnBrk="0" hangingPunct="1">
        <a:lnSpc>
          <a:spcPct val="105000"/>
        </a:lnSpc>
        <a:spcBef>
          <a:spcPts val="600"/>
        </a:spcBef>
        <a:spcAft>
          <a:spcPts val="600"/>
        </a:spcAft>
        <a:buFont typeface="Wingdings" panose="05000000000000000000" pitchFamily="2" charset="2"/>
        <a:buChar char="§"/>
        <a:defRPr sz="2798" kern="1200">
          <a:solidFill>
            <a:schemeClr val="tx1"/>
          </a:solidFill>
          <a:latin typeface="+mn-lt"/>
          <a:ea typeface="+mn-ea"/>
          <a:cs typeface="+mn-cs"/>
        </a:defRPr>
      </a:lvl4pPr>
      <a:lvl5pPr marL="2058988" indent="-266700" algn="l" defTabSz="1218438" rtl="0" eaLnBrk="1" latinLnBrk="0" hangingPunct="1">
        <a:lnSpc>
          <a:spcPct val="105000"/>
        </a:lnSpc>
        <a:spcBef>
          <a:spcPts val="600"/>
        </a:spcBef>
        <a:spcAft>
          <a:spcPts val="600"/>
        </a:spcAft>
        <a:buFont typeface="Wingdings" panose="05000000000000000000" pitchFamily="2" charset="2"/>
        <a:buChar char="§"/>
        <a:defRPr sz="2598" kern="1200">
          <a:solidFill>
            <a:schemeClr val="tx1"/>
          </a:solidFill>
          <a:latin typeface="+mn-lt"/>
          <a:ea typeface="+mn-ea"/>
          <a:cs typeface="+mn-cs"/>
        </a:defRPr>
      </a:lvl5pPr>
      <a:lvl6pPr marL="3350704"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6pPr>
      <a:lvl7pPr marL="3959924"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7pPr>
      <a:lvl8pPr marL="4569143"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8pPr>
      <a:lvl9pPr marL="5178362"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9pPr>
    </p:bodyStyle>
    <p:otherStyle>
      <a:defPPr>
        <a:defRPr lang="ko-KR"/>
      </a:defPPr>
      <a:lvl1pPr marL="0" algn="l" defTabSz="1218438" rtl="0" eaLnBrk="1" latinLnBrk="1" hangingPunct="1">
        <a:defRPr sz="2398" kern="1200">
          <a:solidFill>
            <a:schemeClr val="tx1"/>
          </a:solidFill>
          <a:latin typeface="+mn-lt"/>
          <a:ea typeface="+mn-ea"/>
          <a:cs typeface="+mn-cs"/>
        </a:defRPr>
      </a:lvl1pPr>
      <a:lvl2pPr marL="609219" algn="l" defTabSz="1218438" rtl="0" eaLnBrk="1" latinLnBrk="1" hangingPunct="1">
        <a:defRPr sz="2398" kern="1200">
          <a:solidFill>
            <a:schemeClr val="tx1"/>
          </a:solidFill>
          <a:latin typeface="+mn-lt"/>
          <a:ea typeface="+mn-ea"/>
          <a:cs typeface="+mn-cs"/>
        </a:defRPr>
      </a:lvl2pPr>
      <a:lvl3pPr marL="1218438" algn="l" defTabSz="1218438" rtl="0" eaLnBrk="1" latinLnBrk="1" hangingPunct="1">
        <a:defRPr sz="2398" kern="1200">
          <a:solidFill>
            <a:schemeClr val="tx1"/>
          </a:solidFill>
          <a:latin typeface="+mn-lt"/>
          <a:ea typeface="+mn-ea"/>
          <a:cs typeface="+mn-cs"/>
        </a:defRPr>
      </a:lvl3pPr>
      <a:lvl4pPr marL="1827657" algn="l" defTabSz="1218438" rtl="0" eaLnBrk="1" latinLnBrk="1" hangingPunct="1">
        <a:defRPr sz="2398" kern="1200">
          <a:solidFill>
            <a:schemeClr val="tx1"/>
          </a:solidFill>
          <a:latin typeface="+mn-lt"/>
          <a:ea typeface="+mn-ea"/>
          <a:cs typeface="+mn-cs"/>
        </a:defRPr>
      </a:lvl4pPr>
      <a:lvl5pPr marL="2436876" algn="l" defTabSz="1218438" rtl="0" eaLnBrk="1" latinLnBrk="1" hangingPunct="1">
        <a:defRPr sz="2398" kern="1200">
          <a:solidFill>
            <a:schemeClr val="tx1"/>
          </a:solidFill>
          <a:latin typeface="+mn-lt"/>
          <a:ea typeface="+mn-ea"/>
          <a:cs typeface="+mn-cs"/>
        </a:defRPr>
      </a:lvl5pPr>
      <a:lvl6pPr marL="3046096" algn="l" defTabSz="1218438" rtl="0" eaLnBrk="1" latinLnBrk="1" hangingPunct="1">
        <a:defRPr sz="2398" kern="1200">
          <a:solidFill>
            <a:schemeClr val="tx1"/>
          </a:solidFill>
          <a:latin typeface="+mn-lt"/>
          <a:ea typeface="+mn-ea"/>
          <a:cs typeface="+mn-cs"/>
        </a:defRPr>
      </a:lvl6pPr>
      <a:lvl7pPr marL="3655315" algn="l" defTabSz="1218438" rtl="0" eaLnBrk="1" latinLnBrk="1" hangingPunct="1">
        <a:defRPr sz="2398" kern="1200">
          <a:solidFill>
            <a:schemeClr val="tx1"/>
          </a:solidFill>
          <a:latin typeface="+mn-lt"/>
          <a:ea typeface="+mn-ea"/>
          <a:cs typeface="+mn-cs"/>
        </a:defRPr>
      </a:lvl7pPr>
      <a:lvl8pPr marL="4264533" algn="l" defTabSz="1218438" rtl="0" eaLnBrk="1" latinLnBrk="1" hangingPunct="1">
        <a:defRPr sz="2398" kern="1200">
          <a:solidFill>
            <a:schemeClr val="tx1"/>
          </a:solidFill>
          <a:latin typeface="+mn-lt"/>
          <a:ea typeface="+mn-ea"/>
          <a:cs typeface="+mn-cs"/>
        </a:defRPr>
      </a:lvl8pPr>
      <a:lvl9pPr marL="4873752" algn="l" defTabSz="1218438" rtl="0" eaLnBrk="1" latinLnBrk="1" hangingPunct="1">
        <a:defRPr sz="23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184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softuni.bg/"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hyperlink" Target="https://judge.softuni.org/Contests/Practice/Index/291#12" TargetMode="Externa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hyperlink" Target="https://judge.softuni.org/Contests/Practice/Index/291#12" TargetMode="Externa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microsoft.com/office/2007/relationships/hdphoto" Target="../media/hdphoto3.wdp"/></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8" Type="http://schemas.openxmlformats.org/officeDocument/2006/relationships/hyperlink" Target="https://www.vivacom.bg/bg/residential/za-nas/za-kompanijata/koi-sme-nie" TargetMode="External"/><Relationship Id="rId13" Type="http://schemas.openxmlformats.org/officeDocument/2006/relationships/image" Target="../media/image35.PNG"/><Relationship Id="rId18" Type="http://schemas.openxmlformats.org/officeDocument/2006/relationships/image" Target="../media/image38.png"/><Relationship Id="rId3" Type="http://schemas.openxmlformats.org/officeDocument/2006/relationships/image" Target="../media/image30.png"/><Relationship Id="rId7" Type="http://schemas.openxmlformats.org/officeDocument/2006/relationships/image" Target="../media/image32.png"/><Relationship Id="rId12" Type="http://schemas.openxmlformats.org/officeDocument/2006/relationships/hyperlink" Target="https://www.postbank.bg/" TargetMode="External"/><Relationship Id="rId17" Type="http://schemas.openxmlformats.org/officeDocument/2006/relationships/hyperlink" Target="https://encorp.ai/" TargetMode="External"/><Relationship Id="rId2" Type="http://schemas.openxmlformats.org/officeDocument/2006/relationships/hyperlink" Target="https://en.superhosting.bg/" TargetMode="External"/><Relationship Id="rId16" Type="http://schemas.openxmlformats.org/officeDocument/2006/relationships/image" Target="../media/image37.png"/><Relationship Id="rId1" Type="http://schemas.openxmlformats.org/officeDocument/2006/relationships/slideLayout" Target="../slideLayouts/slideLayout13.xml"/><Relationship Id="rId6" Type="http://schemas.openxmlformats.org/officeDocument/2006/relationships/hyperlink" Target="https://indeavr.com/careers/" TargetMode="External"/><Relationship Id="rId11" Type="http://schemas.openxmlformats.org/officeDocument/2006/relationships/image" Target="../media/image34.png"/><Relationship Id="rId5" Type="http://schemas.openxmlformats.org/officeDocument/2006/relationships/image" Target="../media/image31.png"/><Relationship Id="rId15" Type="http://schemas.openxmlformats.org/officeDocument/2006/relationships/image" Target="../media/image36.png"/><Relationship Id="rId10" Type="http://schemas.openxmlformats.org/officeDocument/2006/relationships/hyperlink" Target="https://www.draftkings.com/" TargetMode="External"/><Relationship Id="rId19" Type="http://schemas.openxmlformats.org/officeDocument/2006/relationships/image" Target="../media/image39.svg"/><Relationship Id="rId4" Type="http://schemas.openxmlformats.org/officeDocument/2006/relationships/hyperlink" Target="https://createx.bg/" TargetMode="External"/><Relationship Id="rId9" Type="http://schemas.openxmlformats.org/officeDocument/2006/relationships/image" Target="../media/image33.png"/><Relationship Id="rId14" Type="http://schemas.openxmlformats.org/officeDocument/2006/relationships/hyperlink" Target="https://bg.coca-colahellenic.com/" TargetMode="External"/></Relationships>
</file>

<file path=ppt/slides/_rels/slide35.xml.rels><?xml version="1.0" encoding="UTF-8" standalone="yes"?>
<Relationships xmlns="http://schemas.openxmlformats.org/package/2006/relationships"><Relationship Id="rId3" Type="http://schemas.openxmlformats.org/officeDocument/2006/relationships/hyperlink" Target="https://softuni.bg/" TargetMode="External"/><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hyperlink" Target="https://www.facebook.com/SoftwareUniversity" TargetMode="External"/><Relationship Id="rId5" Type="http://schemas.openxmlformats.org/officeDocument/2006/relationships/hyperlink" Target="https://softuni.foundation/" TargetMode="External"/><Relationship Id="rId4" Type="http://schemas.openxmlformats.org/officeDocument/2006/relationships/hyperlink" Target="https://about.softuni.bg/" TargetMode="External"/></Relationships>
</file>

<file path=ppt/slides/_rels/slide36.xml.rels><?xml version="1.0" encoding="UTF-8" standalone="yes"?>
<Relationships xmlns="http://schemas.openxmlformats.org/package/2006/relationships"><Relationship Id="rId3" Type="http://schemas.openxmlformats.org/officeDocument/2006/relationships/hyperlink" Target="https://about.softuni.bg/" TargetMode="External"/><Relationship Id="rId2" Type="http://schemas.openxmlformats.org/officeDocument/2006/relationships/notesSlide" Target="../notesSlides/notesSlide30.xml"/><Relationship Id="rId1" Type="http://schemas.openxmlformats.org/officeDocument/2006/relationships/slideLayout" Target="../slideLayouts/slideLayout3.xml"/><Relationship Id="rId5" Type="http://schemas.openxmlformats.org/officeDocument/2006/relationships/image" Target="../media/image40.png"/><Relationship Id="rId4" Type="http://schemas.openxmlformats.org/officeDocument/2006/relationships/hyperlink" Target="https://softuni.b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subTitle" idx="1"/>
          </p:nvPr>
        </p:nvSpPr>
        <p:spPr/>
        <p:txBody>
          <a:bodyPr/>
          <a:lstStyle/>
          <a:p>
            <a:r>
              <a:rPr lang="en-US"/>
              <a:t>How to Get Data Insights?</a:t>
            </a:r>
          </a:p>
          <a:p>
            <a:endParaRPr lang="en-US" dirty="0"/>
          </a:p>
        </p:txBody>
      </p:sp>
      <p:sp>
        <p:nvSpPr>
          <p:cNvPr id="5" name="Title 4"/>
          <p:cNvSpPr>
            <a:spLocks noGrp="1"/>
          </p:cNvSpPr>
          <p:nvPr>
            <p:ph type="title"/>
          </p:nvPr>
        </p:nvSpPr>
        <p:spPr/>
        <p:txBody>
          <a:bodyPr>
            <a:normAutofit/>
          </a:bodyPr>
          <a:lstStyle/>
          <a:p>
            <a:r>
              <a:rPr lang="en-US" dirty="0"/>
              <a:t>Indices and Data Aggregation</a:t>
            </a:r>
          </a:p>
        </p:txBody>
      </p:sp>
      <p:sp>
        <p:nvSpPr>
          <p:cNvPr id="11" name="Text Placeholder 10"/>
          <p:cNvSpPr>
            <a:spLocks noGrp="1"/>
          </p:cNvSpPr>
          <p:nvPr>
            <p:ph type="body" sz="quarter" idx="17"/>
          </p:nvPr>
        </p:nvSpPr>
        <p:spPr/>
        <p:txBody>
          <a:bodyPr/>
          <a:lstStyle/>
          <a:p>
            <a:r>
              <a:rPr lang="en-US" dirty="0"/>
              <a:t>Software University</a:t>
            </a:r>
          </a:p>
        </p:txBody>
      </p:sp>
      <p:sp>
        <p:nvSpPr>
          <p:cNvPr id="12" name="Text Placeholder 11"/>
          <p:cNvSpPr>
            <a:spLocks noGrp="1"/>
          </p:cNvSpPr>
          <p:nvPr>
            <p:ph type="body" sz="quarter" idx="18"/>
          </p:nvPr>
        </p:nvSpPr>
        <p:spPr/>
        <p:txBody>
          <a:bodyPr/>
          <a:lstStyle/>
          <a:p>
            <a:r>
              <a:rPr lang="en-US" dirty="0">
                <a:hlinkClick r:id="rId3"/>
              </a:rPr>
              <a:t>https://softuni.bg</a:t>
            </a:r>
            <a:endParaRPr lang="en-US" dirty="0"/>
          </a:p>
        </p:txBody>
      </p:sp>
      <p:sp>
        <p:nvSpPr>
          <p:cNvPr id="7" name="Text Placeholder 6"/>
          <p:cNvSpPr>
            <a:spLocks noGrp="1"/>
          </p:cNvSpPr>
          <p:nvPr>
            <p:ph type="body" sz="quarter" idx="19"/>
          </p:nvPr>
        </p:nvSpPr>
        <p:spPr/>
        <p:txBody>
          <a:bodyPr/>
          <a:lstStyle/>
          <a:p>
            <a:r>
              <a:rPr lang="en-US" noProof="1"/>
              <a:t>SoftUni</a:t>
            </a:r>
            <a:r>
              <a:rPr lang="en-US" dirty="0"/>
              <a:t> Team</a:t>
            </a:r>
          </a:p>
        </p:txBody>
      </p:sp>
      <p:sp>
        <p:nvSpPr>
          <p:cNvPr id="8" name="Text Placeholder 7"/>
          <p:cNvSpPr>
            <a:spLocks noGrp="1"/>
          </p:cNvSpPr>
          <p:nvPr>
            <p:ph type="body" sz="quarter" idx="20"/>
          </p:nvPr>
        </p:nvSpPr>
        <p:spPr/>
        <p:txBody>
          <a:bodyPr/>
          <a:lstStyle/>
          <a:p>
            <a:r>
              <a:rPr lang="en-US" dirty="0"/>
              <a:t>Technical Trainers</a:t>
            </a:r>
          </a:p>
        </p:txBody>
      </p:sp>
      <p:grpSp>
        <p:nvGrpSpPr>
          <p:cNvPr id="29" name="Group 28"/>
          <p:cNvGrpSpPr/>
          <p:nvPr/>
        </p:nvGrpSpPr>
        <p:grpSpPr>
          <a:xfrm>
            <a:off x="3841506" y="2032878"/>
            <a:ext cx="3767663" cy="3202350"/>
            <a:chOff x="4175334" y="2032878"/>
            <a:chExt cx="3767663" cy="3202350"/>
          </a:xfrm>
        </p:grpSpPr>
        <p:pic>
          <p:nvPicPr>
            <p:cNvPr id="14" name="Picture 2" descr="Image result for databas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30854" y="2032878"/>
              <a:ext cx="3112143" cy="3112143"/>
            </a:xfrm>
            <a:prstGeom prst="rect">
              <a:avLst/>
            </a:prstGeom>
            <a:noFill/>
            <a:extLst>
              <a:ext uri="{909E8E84-426E-40DD-AFC4-6F175D3DCCD1}">
                <a14:hiddenFill xmlns:a14="http://schemas.microsoft.com/office/drawing/2010/main">
                  <a:solidFill>
                    <a:srgbClr val="FFFFFF"/>
                  </a:solidFill>
                </a14:hiddenFill>
              </a:ext>
            </a:extLst>
          </p:spPr>
        </p:pic>
        <p:pic>
          <p:nvPicPr>
            <p:cNvPr id="18" name="Картина 1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70751" y="3592197"/>
              <a:ext cx="1604719" cy="1604719"/>
            </a:xfrm>
            <a:prstGeom prst="rect">
              <a:avLst/>
            </a:prstGeom>
          </p:spPr>
        </p:pic>
        <p:pic>
          <p:nvPicPr>
            <p:cNvPr id="19" name="Картина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75334" y="4209992"/>
              <a:ext cx="920206" cy="920206"/>
            </a:xfrm>
            <a:prstGeom prst="rect">
              <a:avLst/>
            </a:prstGeom>
          </p:spPr>
        </p:pic>
        <p:pic>
          <p:nvPicPr>
            <p:cNvPr id="20" name="Картина 1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0020" y="4483017"/>
              <a:ext cx="752211" cy="752211"/>
            </a:xfrm>
            <a:prstGeom prst="rect">
              <a:avLst/>
            </a:prstGeom>
          </p:spPr>
        </p:pic>
      </p:grpSp>
    </p:spTree>
    <p:extLst>
      <p:ext uri="{BB962C8B-B14F-4D97-AF65-F5344CB8AC3E}">
        <p14:creationId xmlns:p14="http://schemas.microsoft.com/office/powerpoint/2010/main" val="1436604585"/>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9" name="Rectangle 3"/>
          <p:cNvSpPr>
            <a:spLocks noGrp="1" noChangeArrowheads="1"/>
          </p:cNvSpPr>
          <p:nvPr>
            <p:ph type="body" sz="quarter" idx="13"/>
          </p:nvPr>
        </p:nvSpPr>
        <p:spPr/>
        <p:txBody>
          <a:bodyPr/>
          <a:lstStyle/>
          <a:p>
            <a:r>
              <a:rPr lang="en-US" dirty="0"/>
              <a:t>Indices</a:t>
            </a:r>
          </a:p>
          <a:p>
            <a:r>
              <a:rPr lang="en-US" dirty="0"/>
              <a:t>Grouping</a:t>
            </a:r>
          </a:p>
          <a:p>
            <a:r>
              <a:rPr lang="en-US" dirty="0"/>
              <a:t>Aggregate Functions</a:t>
            </a:r>
          </a:p>
          <a:p>
            <a:r>
              <a:rPr lang="en-US" dirty="0"/>
              <a:t>Having Clause</a:t>
            </a:r>
          </a:p>
        </p:txBody>
      </p:sp>
      <p:sp>
        <p:nvSpPr>
          <p:cNvPr id="444418" name="Rectangle 2"/>
          <p:cNvSpPr>
            <a:spLocks noGrp="1" noChangeArrowheads="1"/>
          </p:cNvSpPr>
          <p:nvPr>
            <p:ph type="title"/>
          </p:nvPr>
        </p:nvSpPr>
        <p:spPr/>
        <p:txBody>
          <a:bodyPr/>
          <a:lstStyle/>
          <a:p>
            <a:r>
              <a:rPr lang="en-US"/>
              <a:t>Table of Contents</a:t>
            </a:r>
            <a:endParaRPr lang="bg-BG" dirty="0"/>
          </a:p>
        </p:txBody>
      </p:sp>
      <p:sp>
        <p:nvSpPr>
          <p:cNvPr id="5" name="Slide Number">
            <a:extLst>
              <a:ext uri="{FF2B5EF4-FFF2-40B4-BE49-F238E27FC236}">
                <a16:creationId xmlns:a16="http://schemas.microsoft.com/office/drawing/2014/main" id="{695E04A7-0979-4484-8211-8C2A0EDB4A5D}"/>
              </a:ext>
            </a:extLst>
          </p:cNvPr>
          <p:cNvSpPr txBox="1">
            <a:spLocks/>
          </p:cNvSpPr>
          <p:nvPr/>
        </p:nvSpPr>
        <p:spPr>
          <a:xfrm>
            <a:off x="11753030" y="6507000"/>
            <a:ext cx="367414" cy="297000"/>
          </a:xfrm>
          <a:prstGeom prst="rect">
            <a:avLst/>
          </a:prstGeom>
        </p:spPr>
        <p:txBody>
          <a:bodyPr vert="horz" lIns="91440" tIns="45720" rIns="91440" bIns="45720" rtlCol="0" anchor="b"/>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BF067CD-8E6B-4360-9AA8-C5DF2A48A6D1}" type="slidenum">
              <a:rPr lang="en-US" smtClean="0"/>
              <a:pPr/>
              <a:t>2</a:t>
            </a:fld>
            <a:endParaRPr lang="en-US" dirty="0"/>
          </a:p>
        </p:txBody>
      </p:sp>
    </p:spTree>
    <p:extLst>
      <p:ext uri="{BB962C8B-B14F-4D97-AF65-F5344CB8AC3E}">
        <p14:creationId xmlns:p14="http://schemas.microsoft.com/office/powerpoint/2010/main" val="4264789151"/>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441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441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441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FE079E-2807-44E5-8A24-8DE7E8B87DC4}"/>
              </a:ext>
            </a:extLst>
          </p:cNvPr>
          <p:cNvSpPr>
            <a:spLocks noGrp="1"/>
          </p:cNvSpPr>
          <p:nvPr>
            <p:ph type="title" sz="quarter" idx="10"/>
          </p:nvPr>
        </p:nvSpPr>
        <p:spPr/>
        <p:txBody>
          <a:bodyPr/>
          <a:lstStyle/>
          <a:p>
            <a:r>
              <a:rPr lang="en-US"/>
              <a:t>Indices</a:t>
            </a:r>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09038" y="1082930"/>
            <a:ext cx="2661008" cy="2593331"/>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09038" y="1528146"/>
            <a:ext cx="2438400" cy="2438400"/>
          </a:xfrm>
          <a:prstGeom prst="rect">
            <a:avLst/>
          </a:prstGeom>
        </p:spPr>
      </p:pic>
      <p:sp>
        <p:nvSpPr>
          <p:cNvPr id="6" name="Subtitle 5">
            <a:extLst>
              <a:ext uri="{FF2B5EF4-FFF2-40B4-BE49-F238E27FC236}">
                <a16:creationId xmlns:a16="http://schemas.microsoft.com/office/drawing/2014/main" id="{DB3108E2-F79C-4BEF-B7A8-35DF9515113E}"/>
              </a:ext>
            </a:extLst>
          </p:cNvPr>
          <p:cNvSpPr>
            <a:spLocks noGrp="1"/>
          </p:cNvSpPr>
          <p:nvPr>
            <p:ph type="subTitle" sz="quarter" idx="11"/>
          </p:nvPr>
        </p:nvSpPr>
        <p:spPr/>
        <p:txBody>
          <a:bodyPr/>
          <a:lstStyle/>
          <a:p>
            <a:r>
              <a:rPr lang="en-US"/>
              <a:t>Clustered and Non-Clustered Indexes</a:t>
            </a:r>
          </a:p>
        </p:txBody>
      </p:sp>
    </p:spTree>
    <p:extLst>
      <p:ext uri="{BB962C8B-B14F-4D97-AF65-F5344CB8AC3E}">
        <p14:creationId xmlns:p14="http://schemas.microsoft.com/office/powerpoint/2010/main" val="2573090534"/>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9" name="Rectangle 3"/>
          <p:cNvSpPr>
            <a:spLocks noGrp="1" noChangeArrowheads="1"/>
          </p:cNvSpPr>
          <p:nvPr>
            <p:ph idx="10"/>
          </p:nvPr>
        </p:nvSpPr>
        <p:spPr/>
        <p:txBody>
          <a:bodyPr/>
          <a:lstStyle/>
          <a:p>
            <a:pPr>
              <a:buClr>
                <a:schemeClr val="tx1"/>
              </a:buClr>
            </a:pPr>
            <a:r>
              <a:rPr lang="en-US" b="1" dirty="0">
                <a:solidFill>
                  <a:schemeClr val="bg1"/>
                </a:solidFill>
              </a:rPr>
              <a:t>Indices</a:t>
            </a:r>
            <a:r>
              <a:rPr lang="en-US" dirty="0"/>
              <a:t> </a:t>
            </a:r>
            <a:r>
              <a:rPr lang="en-US" b="1" dirty="0">
                <a:solidFill>
                  <a:schemeClr val="bg1"/>
                </a:solidFill>
              </a:rPr>
              <a:t>speed up the searching of values </a:t>
            </a:r>
            <a:r>
              <a:rPr lang="en-US" dirty="0"/>
              <a:t>in a certain column </a:t>
            </a:r>
            <a:br>
              <a:rPr lang="en-US" dirty="0"/>
            </a:br>
            <a:r>
              <a:rPr lang="en-US" dirty="0"/>
              <a:t>or group of columns</a:t>
            </a:r>
          </a:p>
          <a:p>
            <a:pPr lvl="1"/>
            <a:r>
              <a:rPr lang="en-US" dirty="0"/>
              <a:t>Usually implemented as </a:t>
            </a:r>
            <a:r>
              <a:rPr lang="en-US" b="1" dirty="0">
                <a:solidFill>
                  <a:schemeClr val="bg1"/>
                </a:solidFill>
              </a:rPr>
              <a:t>B-trees</a:t>
            </a:r>
            <a:endParaRPr lang="bg-BG" dirty="0">
              <a:solidFill>
                <a:schemeClr val="bg1"/>
              </a:solidFill>
            </a:endParaRPr>
          </a:p>
          <a:p>
            <a:r>
              <a:rPr lang="en-US" dirty="0"/>
              <a:t>Indices can be </a:t>
            </a:r>
            <a:r>
              <a:rPr lang="en-US" b="1" dirty="0">
                <a:solidFill>
                  <a:schemeClr val="bg1"/>
                </a:solidFill>
              </a:rPr>
              <a:t>built-in the table </a:t>
            </a:r>
            <a:r>
              <a:rPr lang="en-US" dirty="0"/>
              <a:t>(</a:t>
            </a:r>
            <a:r>
              <a:rPr lang="en-US" b="1" dirty="0">
                <a:solidFill>
                  <a:schemeClr val="bg1"/>
                </a:solidFill>
              </a:rPr>
              <a:t>clustered</a:t>
            </a:r>
            <a:r>
              <a:rPr lang="en-US" dirty="0"/>
              <a:t>) or </a:t>
            </a:r>
            <a:r>
              <a:rPr lang="en-US" b="1" dirty="0">
                <a:solidFill>
                  <a:schemeClr val="bg1"/>
                </a:solidFill>
              </a:rPr>
              <a:t>stored externally </a:t>
            </a:r>
            <a:r>
              <a:rPr lang="en-US" dirty="0"/>
              <a:t>(</a:t>
            </a:r>
            <a:r>
              <a:rPr lang="en-US" b="1" dirty="0">
                <a:solidFill>
                  <a:schemeClr val="bg1"/>
                </a:solidFill>
              </a:rPr>
              <a:t>non-clustered</a:t>
            </a:r>
            <a:r>
              <a:rPr lang="en-US" dirty="0"/>
              <a:t>)</a:t>
            </a:r>
            <a:endParaRPr lang="bg-BG" dirty="0"/>
          </a:p>
          <a:p>
            <a:pPr>
              <a:buClr>
                <a:schemeClr val="tx1"/>
              </a:buClr>
            </a:pPr>
            <a:r>
              <a:rPr lang="en-US" b="1" dirty="0">
                <a:solidFill>
                  <a:schemeClr val="bg1"/>
                </a:solidFill>
              </a:rPr>
              <a:t>Adding</a:t>
            </a:r>
            <a:r>
              <a:rPr lang="en-US" dirty="0"/>
              <a:t> and </a:t>
            </a:r>
            <a:r>
              <a:rPr lang="en-US" b="1" dirty="0">
                <a:solidFill>
                  <a:schemeClr val="bg1"/>
                </a:solidFill>
              </a:rPr>
              <a:t>deleting</a:t>
            </a:r>
            <a:r>
              <a:rPr lang="en-US" dirty="0"/>
              <a:t> records in indexed tables is </a:t>
            </a:r>
            <a:r>
              <a:rPr lang="en-US" b="1" dirty="0">
                <a:solidFill>
                  <a:schemeClr val="bg1"/>
                </a:solidFill>
              </a:rPr>
              <a:t>slower</a:t>
            </a:r>
            <a:r>
              <a:rPr lang="en-US" dirty="0"/>
              <a:t>!</a:t>
            </a:r>
          </a:p>
          <a:p>
            <a:pPr lvl="1"/>
            <a:r>
              <a:rPr lang="en-US" dirty="0"/>
              <a:t>Indices should be used </a:t>
            </a:r>
            <a:r>
              <a:rPr lang="en-US" b="1" dirty="0">
                <a:solidFill>
                  <a:schemeClr val="bg1"/>
                </a:solidFill>
              </a:rPr>
              <a:t>for big tables only </a:t>
            </a:r>
            <a:r>
              <a:rPr lang="en-US" dirty="0"/>
              <a:t>(e.g. 500 000 rows).</a:t>
            </a:r>
            <a:endParaRPr lang="bg-BG" dirty="0"/>
          </a:p>
        </p:txBody>
      </p:sp>
      <p:sp>
        <p:nvSpPr>
          <p:cNvPr id="500738" name="Rectangle 2"/>
          <p:cNvSpPr>
            <a:spLocks noGrp="1" noChangeArrowheads="1"/>
          </p:cNvSpPr>
          <p:nvPr>
            <p:ph type="title"/>
          </p:nvPr>
        </p:nvSpPr>
        <p:spPr/>
        <p:txBody>
          <a:bodyPr/>
          <a:lstStyle/>
          <a:p>
            <a:r>
              <a:rPr lang="en-US" dirty="0"/>
              <a:t>Indices</a:t>
            </a:r>
            <a:endParaRPr lang="bg-BG" dirty="0"/>
          </a:p>
        </p:txBody>
      </p:sp>
      <p:sp>
        <p:nvSpPr>
          <p:cNvPr id="5" name="Slide Number">
            <a:extLst>
              <a:ext uri="{FF2B5EF4-FFF2-40B4-BE49-F238E27FC236}">
                <a16:creationId xmlns:a16="http://schemas.microsoft.com/office/drawing/2014/main" id="{384AFDF1-C94A-4756-A4A7-5EC13AD17A11}"/>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4</a:t>
            </a:fld>
            <a:endParaRPr lang="en-US" noProof="0" dirty="0"/>
          </a:p>
        </p:txBody>
      </p:sp>
    </p:spTree>
    <p:extLst>
      <p:ext uri="{BB962C8B-B14F-4D97-AF65-F5344CB8AC3E}">
        <p14:creationId xmlns:p14="http://schemas.microsoft.com/office/powerpoint/2010/main" val="4265603858"/>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50073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073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0073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73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0739"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0"/>
          </p:nvPr>
        </p:nvSpPr>
        <p:spPr/>
        <p:txBody>
          <a:bodyPr/>
          <a:lstStyle/>
          <a:p>
            <a:pPr>
              <a:buClr>
                <a:schemeClr val="tx1"/>
              </a:buClr>
            </a:pPr>
            <a:r>
              <a:rPr lang="en-US" b="1" dirty="0">
                <a:solidFill>
                  <a:schemeClr val="bg1"/>
                </a:solidFill>
              </a:rPr>
              <a:t>Clustered index </a:t>
            </a:r>
            <a:r>
              <a:rPr lang="en-US" dirty="0"/>
              <a:t>is actually </a:t>
            </a:r>
            <a:r>
              <a:rPr lang="en-US" b="1" dirty="0">
                <a:solidFill>
                  <a:schemeClr val="bg1"/>
                </a:solidFill>
              </a:rPr>
              <a:t>the data itself</a:t>
            </a:r>
            <a:endParaRPr lang="en-US" dirty="0">
              <a:solidFill>
                <a:schemeClr val="bg1"/>
              </a:solidFill>
            </a:endParaRPr>
          </a:p>
          <a:p>
            <a:pPr lvl="1"/>
            <a:r>
              <a:rPr lang="en-US" dirty="0"/>
              <a:t>Very useful for </a:t>
            </a:r>
            <a:r>
              <a:rPr lang="en-US" b="1" dirty="0">
                <a:solidFill>
                  <a:schemeClr val="bg1"/>
                </a:solidFill>
              </a:rPr>
              <a:t>fast execution </a:t>
            </a:r>
            <a:r>
              <a:rPr lang="en-US" dirty="0"/>
              <a:t>of </a:t>
            </a:r>
            <a:r>
              <a:rPr lang="en-US" b="1" dirty="0">
                <a:solidFill>
                  <a:schemeClr val="bg1"/>
                </a:solidFill>
                <a:latin typeface="Consolas" panose="020B0609020204030204" pitchFamily="49" charset="0"/>
              </a:rPr>
              <a:t>WHERE</a:t>
            </a:r>
            <a:r>
              <a:rPr lang="en-US" dirty="0"/>
              <a:t>, </a:t>
            </a:r>
            <a:r>
              <a:rPr lang="en-US" b="1" dirty="0">
                <a:solidFill>
                  <a:schemeClr val="bg1"/>
                </a:solidFill>
                <a:latin typeface="Consolas" panose="020B0609020204030204" pitchFamily="49" charset="0"/>
              </a:rPr>
              <a:t>ORDER BY</a:t>
            </a:r>
            <a:r>
              <a:rPr lang="en-US" dirty="0"/>
              <a:t> and </a:t>
            </a:r>
            <a:br>
              <a:rPr lang="en-US" dirty="0"/>
            </a:br>
            <a:r>
              <a:rPr lang="en-US" b="1" dirty="0">
                <a:solidFill>
                  <a:schemeClr val="bg1"/>
                </a:solidFill>
                <a:latin typeface="Consolas" panose="020B0609020204030204" pitchFamily="49" charset="0"/>
              </a:rPr>
              <a:t>GROUP</a:t>
            </a:r>
            <a:r>
              <a:rPr lang="en-US" dirty="0">
                <a:latin typeface="Consolas" panose="020B0609020204030204" pitchFamily="49" charset="0"/>
              </a:rPr>
              <a:t> </a:t>
            </a:r>
            <a:r>
              <a:rPr lang="en-US" b="1" dirty="0">
                <a:solidFill>
                  <a:schemeClr val="bg1"/>
                </a:solidFill>
                <a:latin typeface="Consolas" panose="020B0609020204030204" pitchFamily="49" charset="0"/>
              </a:rPr>
              <a:t>BY</a:t>
            </a:r>
            <a:r>
              <a:rPr lang="en-US" dirty="0"/>
              <a:t> clauses</a:t>
            </a:r>
          </a:p>
          <a:p>
            <a:r>
              <a:rPr lang="en-US" dirty="0"/>
              <a:t>Maximum </a:t>
            </a:r>
            <a:r>
              <a:rPr lang="en-US" b="1" dirty="0">
                <a:solidFill>
                  <a:schemeClr val="bg1"/>
                </a:solidFill>
              </a:rPr>
              <a:t>1</a:t>
            </a:r>
            <a:r>
              <a:rPr lang="en-US" dirty="0"/>
              <a:t> clustered index </a:t>
            </a:r>
            <a:r>
              <a:rPr lang="en-US" b="1" dirty="0">
                <a:solidFill>
                  <a:schemeClr val="bg1"/>
                </a:solidFill>
              </a:rPr>
              <a:t>per table</a:t>
            </a:r>
          </a:p>
          <a:p>
            <a:pPr lvl="1"/>
            <a:r>
              <a:rPr lang="en-US" dirty="0"/>
              <a:t>If a table </a:t>
            </a:r>
            <a:r>
              <a:rPr lang="en-US" b="1" dirty="0">
                <a:solidFill>
                  <a:schemeClr val="bg1"/>
                </a:solidFill>
              </a:rPr>
              <a:t>has no clustered index</a:t>
            </a:r>
            <a:r>
              <a:rPr lang="en-US" dirty="0"/>
              <a:t>, </a:t>
            </a:r>
            <a:br>
              <a:rPr lang="en-US" dirty="0"/>
            </a:br>
            <a:r>
              <a:rPr lang="en-US" dirty="0"/>
              <a:t>its </a:t>
            </a:r>
            <a:r>
              <a:rPr lang="en-US" b="1" dirty="0">
                <a:solidFill>
                  <a:schemeClr val="bg1"/>
                </a:solidFill>
              </a:rPr>
              <a:t>data</a:t>
            </a:r>
            <a:r>
              <a:rPr lang="en-US" dirty="0"/>
              <a:t> </a:t>
            </a:r>
            <a:r>
              <a:rPr lang="en-US" b="1" dirty="0">
                <a:solidFill>
                  <a:schemeClr val="bg1"/>
                </a:solidFill>
              </a:rPr>
              <a:t>rows</a:t>
            </a:r>
            <a:r>
              <a:rPr lang="en-US" dirty="0"/>
              <a:t> </a:t>
            </a:r>
            <a:r>
              <a:rPr lang="en-US" b="1" dirty="0">
                <a:solidFill>
                  <a:schemeClr val="bg1"/>
                </a:solidFill>
              </a:rPr>
              <a:t>are stored in </a:t>
            </a:r>
            <a:r>
              <a:rPr lang="en-US" dirty="0"/>
              <a:t>an </a:t>
            </a:r>
            <a:br>
              <a:rPr lang="en-US" dirty="0"/>
            </a:br>
            <a:r>
              <a:rPr lang="en-US" dirty="0"/>
              <a:t>unordered structure (</a:t>
            </a:r>
            <a:r>
              <a:rPr lang="en-US" b="1" dirty="0">
                <a:solidFill>
                  <a:schemeClr val="bg1"/>
                </a:solidFill>
              </a:rPr>
              <a:t>heap</a:t>
            </a:r>
            <a:r>
              <a:rPr lang="en-US" dirty="0"/>
              <a:t>).</a:t>
            </a:r>
          </a:p>
        </p:txBody>
      </p:sp>
      <p:sp>
        <p:nvSpPr>
          <p:cNvPr id="4" name="Title 3"/>
          <p:cNvSpPr>
            <a:spLocks noGrp="1"/>
          </p:cNvSpPr>
          <p:nvPr>
            <p:ph type="title"/>
          </p:nvPr>
        </p:nvSpPr>
        <p:spPr/>
        <p:txBody>
          <a:bodyPr/>
          <a:lstStyle/>
          <a:p>
            <a:r>
              <a:rPr lang="en-US" dirty="0"/>
              <a:t>Clustered Indices</a:t>
            </a:r>
          </a:p>
        </p:txBody>
      </p:sp>
      <p:sp>
        <p:nvSpPr>
          <p:cNvPr id="6" name="Rectangle 9"/>
          <p:cNvSpPr/>
          <p:nvPr/>
        </p:nvSpPr>
        <p:spPr>
          <a:xfrm>
            <a:off x="8831943" y="3432630"/>
            <a:ext cx="1066800" cy="533400"/>
          </a:xfrm>
          <a:prstGeom prst="rect">
            <a:avLst/>
          </a:prstGeom>
          <a:solidFill>
            <a:schemeClr val="bg2">
              <a:alpha val="2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Keys</a:t>
            </a:r>
          </a:p>
        </p:txBody>
      </p:sp>
      <p:grpSp>
        <p:nvGrpSpPr>
          <p:cNvPr id="7" name="Group 39"/>
          <p:cNvGrpSpPr/>
          <p:nvPr/>
        </p:nvGrpSpPr>
        <p:grpSpPr>
          <a:xfrm>
            <a:off x="6347821" y="5361257"/>
            <a:ext cx="5194074" cy="836369"/>
            <a:chOff x="5561012" y="5334000"/>
            <a:chExt cx="5194074" cy="836369"/>
          </a:xfrm>
        </p:grpSpPr>
        <p:sp>
          <p:nvSpPr>
            <p:cNvPr id="8" name="Rectangle: Rounded Corners 13"/>
            <p:cNvSpPr/>
            <p:nvPr/>
          </p:nvSpPr>
          <p:spPr>
            <a:xfrm>
              <a:off x="5561012" y="5334000"/>
              <a:ext cx="5194074" cy="836369"/>
            </a:xfrm>
            <a:prstGeom prst="roundRect">
              <a:avLst>
                <a:gd name="adj" fmla="val 5319"/>
              </a:avLst>
            </a:prstGeom>
            <a:solidFill>
              <a:schemeClr val="bg2">
                <a:alpha val="25098"/>
              </a:schemeClr>
            </a:solidFill>
            <a:ln w="381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r>
                <a:rPr lang="en-US" b="1" dirty="0">
                  <a:solidFill>
                    <a:schemeClr val="tx1"/>
                  </a:solidFill>
                  <a:latin typeface="Consolas" pitchFamily="49" charset="0"/>
                  <a:cs typeface="Consolas" pitchFamily="49" charset="0"/>
                </a:rPr>
                <a:t>Data</a:t>
              </a:r>
            </a:p>
          </p:txBody>
        </p:sp>
        <p:grpSp>
          <p:nvGrpSpPr>
            <p:cNvPr id="9" name="Group 14"/>
            <p:cNvGrpSpPr/>
            <p:nvPr/>
          </p:nvGrpSpPr>
          <p:grpSpPr>
            <a:xfrm>
              <a:off x="6551136" y="5499904"/>
              <a:ext cx="609600" cy="533400"/>
              <a:chOff x="3998912" y="2209800"/>
              <a:chExt cx="609600" cy="533400"/>
            </a:xfrm>
          </p:grpSpPr>
          <p:sp>
            <p:nvSpPr>
              <p:cNvPr id="28" name="Rectangle: Folded Corner 15"/>
              <p:cNvSpPr/>
              <p:nvPr/>
            </p:nvSpPr>
            <p:spPr>
              <a:xfrm rot="10800000">
                <a:off x="4113212" y="2209800"/>
                <a:ext cx="381000" cy="533400"/>
              </a:xfrm>
              <a:prstGeom prst="foldedCorner">
                <a:avLst>
                  <a:gd name="adj" fmla="val 44167"/>
                </a:avLst>
              </a:prstGeom>
              <a:solidFill>
                <a:schemeClr val="accent1">
                  <a:alpha val="25098"/>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29" name="TextBox 16"/>
              <p:cNvSpPr txBox="1"/>
              <p:nvPr/>
            </p:nvSpPr>
            <p:spPr>
              <a:xfrm>
                <a:off x="3998912" y="2362200"/>
                <a:ext cx="609600" cy="369332"/>
              </a:xfrm>
              <a:prstGeom prst="rect">
                <a:avLst/>
              </a:prstGeom>
              <a:noFill/>
              <a:ln>
                <a:noFill/>
              </a:ln>
            </p:spPr>
            <p:txBody>
              <a:bodyPr wrap="square" rtlCol="0">
                <a:spAutoFit/>
              </a:bodyPr>
              <a:lstStyle/>
              <a:p>
                <a:pPr algn="ctr"/>
                <a:r>
                  <a:rPr lang="en-US" b="1" dirty="0">
                    <a:latin typeface="Consolas" panose="020B0609020204030204" pitchFamily="49" charset="0"/>
                  </a:rPr>
                  <a:t>☰</a:t>
                </a:r>
                <a:endParaRPr lang="en-US" sz="900" b="1" dirty="0">
                  <a:latin typeface="Consolas" panose="020B0609020204030204" pitchFamily="49" charset="0"/>
                </a:endParaRPr>
              </a:p>
            </p:txBody>
          </p:sp>
        </p:grpSp>
        <p:grpSp>
          <p:nvGrpSpPr>
            <p:cNvPr id="10" name="Group 17"/>
            <p:cNvGrpSpPr/>
            <p:nvPr/>
          </p:nvGrpSpPr>
          <p:grpSpPr>
            <a:xfrm>
              <a:off x="7141097" y="5499904"/>
              <a:ext cx="609600" cy="533400"/>
              <a:chOff x="3998912" y="2209800"/>
              <a:chExt cx="609600" cy="533400"/>
            </a:xfrm>
          </p:grpSpPr>
          <p:sp>
            <p:nvSpPr>
              <p:cNvPr id="26" name="Rectangle: Folded Corner 18"/>
              <p:cNvSpPr/>
              <p:nvPr/>
            </p:nvSpPr>
            <p:spPr>
              <a:xfrm rot="10800000">
                <a:off x="4113212" y="2209800"/>
                <a:ext cx="381000" cy="533400"/>
              </a:xfrm>
              <a:prstGeom prst="foldedCorner">
                <a:avLst>
                  <a:gd name="adj" fmla="val 44167"/>
                </a:avLst>
              </a:prstGeom>
              <a:solidFill>
                <a:schemeClr val="accent1">
                  <a:alpha val="25098"/>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27" name="TextBox 19"/>
              <p:cNvSpPr txBox="1"/>
              <p:nvPr/>
            </p:nvSpPr>
            <p:spPr>
              <a:xfrm>
                <a:off x="3998912" y="2362200"/>
                <a:ext cx="609600" cy="369332"/>
              </a:xfrm>
              <a:prstGeom prst="rect">
                <a:avLst/>
              </a:prstGeom>
              <a:noFill/>
              <a:ln>
                <a:noFill/>
              </a:ln>
            </p:spPr>
            <p:txBody>
              <a:bodyPr wrap="square" rtlCol="0">
                <a:spAutoFit/>
              </a:bodyPr>
              <a:lstStyle/>
              <a:p>
                <a:pPr algn="ctr"/>
                <a:r>
                  <a:rPr lang="en-US" b="1" dirty="0">
                    <a:latin typeface="Consolas" panose="020B0609020204030204" pitchFamily="49" charset="0"/>
                  </a:rPr>
                  <a:t>☰</a:t>
                </a:r>
                <a:endParaRPr lang="en-US" sz="900" b="1" dirty="0">
                  <a:latin typeface="Consolas" panose="020B0609020204030204" pitchFamily="49" charset="0"/>
                </a:endParaRPr>
              </a:p>
            </p:txBody>
          </p:sp>
        </p:grpSp>
        <p:grpSp>
          <p:nvGrpSpPr>
            <p:cNvPr id="11" name="Group 20"/>
            <p:cNvGrpSpPr/>
            <p:nvPr/>
          </p:nvGrpSpPr>
          <p:grpSpPr>
            <a:xfrm>
              <a:off x="7731058" y="5499904"/>
              <a:ext cx="609600" cy="533400"/>
              <a:chOff x="3998912" y="2209800"/>
              <a:chExt cx="609600" cy="533400"/>
            </a:xfrm>
          </p:grpSpPr>
          <p:sp>
            <p:nvSpPr>
              <p:cNvPr id="24" name="Rectangle: Folded Corner 21"/>
              <p:cNvSpPr/>
              <p:nvPr/>
            </p:nvSpPr>
            <p:spPr>
              <a:xfrm rot="10800000">
                <a:off x="4113212" y="2209800"/>
                <a:ext cx="381000" cy="533400"/>
              </a:xfrm>
              <a:prstGeom prst="foldedCorner">
                <a:avLst>
                  <a:gd name="adj" fmla="val 44167"/>
                </a:avLst>
              </a:prstGeom>
              <a:solidFill>
                <a:schemeClr val="accent1">
                  <a:alpha val="25098"/>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25" name="TextBox 22"/>
              <p:cNvSpPr txBox="1"/>
              <p:nvPr/>
            </p:nvSpPr>
            <p:spPr>
              <a:xfrm>
                <a:off x="3998912" y="2362200"/>
                <a:ext cx="609600" cy="369332"/>
              </a:xfrm>
              <a:prstGeom prst="rect">
                <a:avLst/>
              </a:prstGeom>
              <a:noFill/>
              <a:ln>
                <a:noFill/>
              </a:ln>
            </p:spPr>
            <p:txBody>
              <a:bodyPr wrap="square" rtlCol="0">
                <a:spAutoFit/>
              </a:bodyPr>
              <a:lstStyle/>
              <a:p>
                <a:pPr algn="ctr"/>
                <a:r>
                  <a:rPr lang="en-US" b="1" dirty="0">
                    <a:latin typeface="Consolas" panose="020B0609020204030204" pitchFamily="49" charset="0"/>
                  </a:rPr>
                  <a:t>☰</a:t>
                </a:r>
                <a:endParaRPr lang="en-US" sz="900" b="1" dirty="0">
                  <a:latin typeface="Consolas" panose="020B0609020204030204" pitchFamily="49" charset="0"/>
                </a:endParaRPr>
              </a:p>
            </p:txBody>
          </p:sp>
        </p:grpSp>
        <p:grpSp>
          <p:nvGrpSpPr>
            <p:cNvPr id="12" name="Group 23"/>
            <p:cNvGrpSpPr/>
            <p:nvPr/>
          </p:nvGrpSpPr>
          <p:grpSpPr>
            <a:xfrm>
              <a:off x="8321019" y="5499904"/>
              <a:ext cx="609600" cy="533400"/>
              <a:chOff x="3998912" y="2209800"/>
              <a:chExt cx="609600" cy="533400"/>
            </a:xfrm>
          </p:grpSpPr>
          <p:sp>
            <p:nvSpPr>
              <p:cNvPr id="22" name="Rectangle: Folded Corner 24"/>
              <p:cNvSpPr/>
              <p:nvPr/>
            </p:nvSpPr>
            <p:spPr>
              <a:xfrm rot="10800000">
                <a:off x="4113212" y="2209800"/>
                <a:ext cx="381000" cy="533400"/>
              </a:xfrm>
              <a:prstGeom prst="foldedCorner">
                <a:avLst>
                  <a:gd name="adj" fmla="val 44167"/>
                </a:avLst>
              </a:prstGeom>
              <a:solidFill>
                <a:schemeClr val="accent1">
                  <a:alpha val="25098"/>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23" name="TextBox 25"/>
              <p:cNvSpPr txBox="1"/>
              <p:nvPr/>
            </p:nvSpPr>
            <p:spPr>
              <a:xfrm>
                <a:off x="3998912" y="2362200"/>
                <a:ext cx="609600" cy="369332"/>
              </a:xfrm>
              <a:prstGeom prst="rect">
                <a:avLst/>
              </a:prstGeom>
              <a:noFill/>
              <a:ln>
                <a:noFill/>
              </a:ln>
            </p:spPr>
            <p:txBody>
              <a:bodyPr wrap="square" rtlCol="0">
                <a:spAutoFit/>
              </a:bodyPr>
              <a:lstStyle/>
              <a:p>
                <a:pPr algn="ctr"/>
                <a:r>
                  <a:rPr lang="en-US" b="1" dirty="0">
                    <a:latin typeface="Consolas" panose="020B0609020204030204" pitchFamily="49" charset="0"/>
                  </a:rPr>
                  <a:t>☰</a:t>
                </a:r>
                <a:endParaRPr lang="en-US" sz="900" b="1" dirty="0">
                  <a:latin typeface="Consolas" panose="020B0609020204030204" pitchFamily="49" charset="0"/>
                </a:endParaRPr>
              </a:p>
            </p:txBody>
          </p:sp>
        </p:grpSp>
        <p:grpSp>
          <p:nvGrpSpPr>
            <p:cNvPr id="13" name="Group 26"/>
            <p:cNvGrpSpPr/>
            <p:nvPr/>
          </p:nvGrpSpPr>
          <p:grpSpPr>
            <a:xfrm>
              <a:off x="8910980" y="5499904"/>
              <a:ext cx="609600" cy="533400"/>
              <a:chOff x="3998912" y="2209800"/>
              <a:chExt cx="609600" cy="533400"/>
            </a:xfrm>
          </p:grpSpPr>
          <p:sp>
            <p:nvSpPr>
              <p:cNvPr id="20" name="Rectangle: Folded Corner 27"/>
              <p:cNvSpPr/>
              <p:nvPr/>
            </p:nvSpPr>
            <p:spPr>
              <a:xfrm rot="10800000">
                <a:off x="4113212" y="2209800"/>
                <a:ext cx="381000" cy="533400"/>
              </a:xfrm>
              <a:prstGeom prst="foldedCorner">
                <a:avLst>
                  <a:gd name="adj" fmla="val 44167"/>
                </a:avLst>
              </a:prstGeom>
              <a:solidFill>
                <a:schemeClr val="accent1">
                  <a:alpha val="25098"/>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21" name="TextBox 28"/>
              <p:cNvSpPr txBox="1"/>
              <p:nvPr/>
            </p:nvSpPr>
            <p:spPr>
              <a:xfrm>
                <a:off x="3998912" y="2362200"/>
                <a:ext cx="609600" cy="369332"/>
              </a:xfrm>
              <a:prstGeom prst="rect">
                <a:avLst/>
              </a:prstGeom>
              <a:noFill/>
              <a:ln>
                <a:noFill/>
              </a:ln>
            </p:spPr>
            <p:txBody>
              <a:bodyPr wrap="square" rtlCol="0">
                <a:spAutoFit/>
              </a:bodyPr>
              <a:lstStyle/>
              <a:p>
                <a:pPr algn="ctr"/>
                <a:r>
                  <a:rPr lang="en-US" b="1" dirty="0">
                    <a:latin typeface="Consolas" panose="020B0609020204030204" pitchFamily="49" charset="0"/>
                  </a:rPr>
                  <a:t>☰</a:t>
                </a:r>
                <a:endParaRPr lang="en-US" sz="900" b="1" dirty="0">
                  <a:latin typeface="Consolas" panose="020B0609020204030204" pitchFamily="49" charset="0"/>
                </a:endParaRPr>
              </a:p>
            </p:txBody>
          </p:sp>
        </p:grpSp>
        <p:grpSp>
          <p:nvGrpSpPr>
            <p:cNvPr id="14" name="Group 33"/>
            <p:cNvGrpSpPr/>
            <p:nvPr/>
          </p:nvGrpSpPr>
          <p:grpSpPr>
            <a:xfrm>
              <a:off x="9500941" y="5499904"/>
              <a:ext cx="609600" cy="533400"/>
              <a:chOff x="3998912" y="2209800"/>
              <a:chExt cx="609600" cy="533400"/>
            </a:xfrm>
          </p:grpSpPr>
          <p:sp>
            <p:nvSpPr>
              <p:cNvPr id="18" name="Rectangle: Folded Corner 34"/>
              <p:cNvSpPr/>
              <p:nvPr/>
            </p:nvSpPr>
            <p:spPr>
              <a:xfrm rot="10800000">
                <a:off x="4113212" y="2209800"/>
                <a:ext cx="381000" cy="533400"/>
              </a:xfrm>
              <a:prstGeom prst="foldedCorner">
                <a:avLst>
                  <a:gd name="adj" fmla="val 44167"/>
                </a:avLst>
              </a:prstGeom>
              <a:solidFill>
                <a:schemeClr val="accent1">
                  <a:alpha val="25098"/>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9" name="TextBox 35"/>
              <p:cNvSpPr txBox="1"/>
              <p:nvPr/>
            </p:nvSpPr>
            <p:spPr>
              <a:xfrm>
                <a:off x="3998912" y="2362200"/>
                <a:ext cx="609600" cy="369332"/>
              </a:xfrm>
              <a:prstGeom prst="rect">
                <a:avLst/>
              </a:prstGeom>
              <a:noFill/>
              <a:ln>
                <a:noFill/>
              </a:ln>
            </p:spPr>
            <p:txBody>
              <a:bodyPr wrap="square" rtlCol="0">
                <a:spAutoFit/>
              </a:bodyPr>
              <a:lstStyle/>
              <a:p>
                <a:pPr algn="ctr"/>
                <a:r>
                  <a:rPr lang="en-US" b="1" dirty="0">
                    <a:latin typeface="Consolas" panose="020B0609020204030204" pitchFamily="49" charset="0"/>
                  </a:rPr>
                  <a:t>☰</a:t>
                </a:r>
                <a:endParaRPr lang="en-US" sz="900" b="1" dirty="0">
                  <a:latin typeface="Consolas" panose="020B0609020204030204" pitchFamily="49" charset="0"/>
                </a:endParaRPr>
              </a:p>
            </p:txBody>
          </p:sp>
        </p:grpSp>
        <p:grpSp>
          <p:nvGrpSpPr>
            <p:cNvPr id="15" name="Group 36"/>
            <p:cNvGrpSpPr/>
            <p:nvPr/>
          </p:nvGrpSpPr>
          <p:grpSpPr>
            <a:xfrm>
              <a:off x="10090901" y="5499904"/>
              <a:ext cx="609600" cy="533400"/>
              <a:chOff x="3998912" y="2209800"/>
              <a:chExt cx="609600" cy="533400"/>
            </a:xfrm>
          </p:grpSpPr>
          <p:sp>
            <p:nvSpPr>
              <p:cNvPr id="16" name="Rectangle: Folded Corner 37"/>
              <p:cNvSpPr/>
              <p:nvPr/>
            </p:nvSpPr>
            <p:spPr>
              <a:xfrm rot="10800000">
                <a:off x="4113212" y="2209800"/>
                <a:ext cx="381000" cy="533400"/>
              </a:xfrm>
              <a:prstGeom prst="foldedCorner">
                <a:avLst>
                  <a:gd name="adj" fmla="val 44167"/>
                </a:avLst>
              </a:prstGeom>
              <a:solidFill>
                <a:schemeClr val="accent1">
                  <a:alpha val="25098"/>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7" name="TextBox 38"/>
              <p:cNvSpPr txBox="1"/>
              <p:nvPr/>
            </p:nvSpPr>
            <p:spPr>
              <a:xfrm>
                <a:off x="3998912" y="2362200"/>
                <a:ext cx="609600" cy="369332"/>
              </a:xfrm>
              <a:prstGeom prst="rect">
                <a:avLst/>
              </a:prstGeom>
              <a:noFill/>
              <a:ln>
                <a:noFill/>
              </a:ln>
            </p:spPr>
            <p:txBody>
              <a:bodyPr wrap="square" rtlCol="0">
                <a:spAutoFit/>
              </a:bodyPr>
              <a:lstStyle/>
              <a:p>
                <a:pPr algn="ctr"/>
                <a:r>
                  <a:rPr lang="en-US" b="1" dirty="0">
                    <a:latin typeface="Consolas" panose="020B0609020204030204" pitchFamily="49" charset="0"/>
                  </a:rPr>
                  <a:t>☰</a:t>
                </a:r>
                <a:endParaRPr lang="en-US" sz="900" b="1" dirty="0">
                  <a:latin typeface="Consolas" panose="020B0609020204030204" pitchFamily="49" charset="0"/>
                </a:endParaRPr>
              </a:p>
            </p:txBody>
          </p:sp>
        </p:grpSp>
      </p:grpSp>
      <p:sp>
        <p:nvSpPr>
          <p:cNvPr id="30" name="Rectangle 40"/>
          <p:cNvSpPr/>
          <p:nvPr/>
        </p:nvSpPr>
        <p:spPr>
          <a:xfrm>
            <a:off x="8728097" y="4324070"/>
            <a:ext cx="1274492" cy="533400"/>
          </a:xfrm>
          <a:prstGeom prst="rect">
            <a:avLst/>
          </a:prstGeom>
          <a:solidFill>
            <a:schemeClr val="bg2">
              <a:alpha val="2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100-199</a:t>
            </a:r>
            <a:endParaRPr lang="en-US" sz="2000" dirty="0">
              <a:solidFill>
                <a:schemeClr val="tx1"/>
              </a:solidFill>
            </a:endParaRPr>
          </a:p>
        </p:txBody>
      </p:sp>
      <p:sp>
        <p:nvSpPr>
          <p:cNvPr id="31" name="Rectangle 41"/>
          <p:cNvSpPr/>
          <p:nvPr/>
        </p:nvSpPr>
        <p:spPr>
          <a:xfrm>
            <a:off x="7250266" y="4324070"/>
            <a:ext cx="1395256" cy="533400"/>
          </a:xfrm>
          <a:prstGeom prst="rect">
            <a:avLst/>
          </a:prstGeom>
          <a:solidFill>
            <a:schemeClr val="bg2">
              <a:alpha val="2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0-99</a:t>
            </a:r>
          </a:p>
        </p:txBody>
      </p:sp>
      <p:sp>
        <p:nvSpPr>
          <p:cNvPr id="32" name="Rectangle 42"/>
          <p:cNvSpPr/>
          <p:nvPr/>
        </p:nvSpPr>
        <p:spPr>
          <a:xfrm>
            <a:off x="10085164" y="4324070"/>
            <a:ext cx="1402146" cy="533400"/>
          </a:xfrm>
          <a:prstGeom prst="rect">
            <a:avLst/>
          </a:prstGeom>
          <a:solidFill>
            <a:schemeClr val="bg2">
              <a:alpha val="2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200-299</a:t>
            </a:r>
            <a:endParaRPr lang="en-US" sz="2800" dirty="0">
              <a:solidFill>
                <a:schemeClr val="tx1"/>
              </a:solidFill>
            </a:endParaRPr>
          </a:p>
        </p:txBody>
      </p:sp>
      <p:cxnSp>
        <p:nvCxnSpPr>
          <p:cNvPr id="33" name="Connector: Elbow 44"/>
          <p:cNvCxnSpPr>
            <a:cxnSpLocks/>
            <a:stCxn id="6" idx="1"/>
            <a:endCxn id="31" idx="0"/>
          </p:cNvCxnSpPr>
          <p:nvPr/>
        </p:nvCxnSpPr>
        <p:spPr>
          <a:xfrm rot="10800000" flipV="1">
            <a:off x="7947896" y="3699330"/>
            <a:ext cx="884049" cy="624740"/>
          </a:xfrm>
          <a:prstGeom prst="bent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Connector: Elbow 46"/>
          <p:cNvCxnSpPr>
            <a:cxnSpLocks/>
            <a:stCxn id="6" idx="3"/>
            <a:endCxn id="32" idx="0"/>
          </p:cNvCxnSpPr>
          <p:nvPr/>
        </p:nvCxnSpPr>
        <p:spPr>
          <a:xfrm>
            <a:off x="9898743" y="3699330"/>
            <a:ext cx="887494" cy="624740"/>
          </a:xfrm>
          <a:prstGeom prst="bent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48"/>
          <p:cNvCxnSpPr>
            <a:cxnSpLocks/>
            <a:stCxn id="6" idx="2"/>
            <a:endCxn id="30" idx="0"/>
          </p:cNvCxnSpPr>
          <p:nvPr/>
        </p:nvCxnSpPr>
        <p:spPr>
          <a:xfrm>
            <a:off x="9365343" y="3966030"/>
            <a:ext cx="0" cy="35804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50"/>
          <p:cNvCxnSpPr>
            <a:cxnSpLocks/>
            <a:stCxn id="31" idx="2"/>
          </p:cNvCxnSpPr>
          <p:nvPr/>
        </p:nvCxnSpPr>
        <p:spPr>
          <a:xfrm flipH="1">
            <a:off x="7642746" y="4857470"/>
            <a:ext cx="305148" cy="66969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52"/>
          <p:cNvCxnSpPr>
            <a:cxnSpLocks/>
            <a:stCxn id="31" idx="2"/>
            <a:endCxn id="26" idx="2"/>
          </p:cNvCxnSpPr>
          <p:nvPr/>
        </p:nvCxnSpPr>
        <p:spPr>
          <a:xfrm>
            <a:off x="7947894" y="4857470"/>
            <a:ext cx="284812" cy="66969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54"/>
          <p:cNvCxnSpPr>
            <a:cxnSpLocks/>
            <a:stCxn id="30" idx="2"/>
            <a:endCxn id="24" idx="2"/>
          </p:cNvCxnSpPr>
          <p:nvPr/>
        </p:nvCxnSpPr>
        <p:spPr>
          <a:xfrm flipH="1">
            <a:off x="8822667" y="4857470"/>
            <a:ext cx="542676" cy="66969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56"/>
          <p:cNvCxnSpPr>
            <a:cxnSpLocks/>
            <a:stCxn id="30" idx="2"/>
            <a:endCxn id="22" idx="2"/>
          </p:cNvCxnSpPr>
          <p:nvPr/>
        </p:nvCxnSpPr>
        <p:spPr>
          <a:xfrm>
            <a:off x="9365344" y="4857470"/>
            <a:ext cx="47285" cy="66969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58"/>
          <p:cNvCxnSpPr>
            <a:cxnSpLocks/>
            <a:stCxn id="30" idx="2"/>
            <a:endCxn id="20" idx="2"/>
          </p:cNvCxnSpPr>
          <p:nvPr/>
        </p:nvCxnSpPr>
        <p:spPr>
          <a:xfrm>
            <a:off x="9365343" y="4857470"/>
            <a:ext cx="637246" cy="66969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60"/>
          <p:cNvCxnSpPr>
            <a:cxnSpLocks/>
            <a:stCxn id="32" idx="2"/>
            <a:endCxn id="18" idx="2"/>
          </p:cNvCxnSpPr>
          <p:nvPr/>
        </p:nvCxnSpPr>
        <p:spPr>
          <a:xfrm flipH="1">
            <a:off x="10592551" y="4857470"/>
            <a:ext cx="193687" cy="66969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64"/>
          <p:cNvCxnSpPr>
            <a:cxnSpLocks/>
            <a:stCxn id="32" idx="2"/>
            <a:endCxn id="16" idx="2"/>
          </p:cNvCxnSpPr>
          <p:nvPr/>
        </p:nvCxnSpPr>
        <p:spPr>
          <a:xfrm>
            <a:off x="10786238" y="4857470"/>
            <a:ext cx="396273" cy="66969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Slide Number">
            <a:extLst>
              <a:ext uri="{FF2B5EF4-FFF2-40B4-BE49-F238E27FC236}">
                <a16:creationId xmlns:a16="http://schemas.microsoft.com/office/drawing/2014/main" id="{45CD40CC-F76C-4F06-B482-D4184983F9FB}"/>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5</a:t>
            </a:fld>
            <a:endParaRPr lang="en-US" noProof="0" dirty="0"/>
          </a:p>
        </p:txBody>
      </p:sp>
    </p:spTree>
    <p:extLst>
      <p:ext uri="{BB962C8B-B14F-4D97-AF65-F5344CB8AC3E}">
        <p14:creationId xmlns:p14="http://schemas.microsoft.com/office/powerpoint/2010/main" val="607981562"/>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4"/>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31"/>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30"/>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32"/>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36"/>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37"/>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38"/>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39"/>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40"/>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41"/>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42"/>
                                        </p:tgtEl>
                                        <p:attrNameLst>
                                          <p:attrName>style.visibility</p:attrName>
                                        </p:attrNameLst>
                                      </p:cBhvr>
                                      <p:to>
                                        <p:strVal val="visible"/>
                                      </p:to>
                                    </p:set>
                                  </p:childTnLst>
                                </p:cTn>
                              </p:par>
                            </p:childTnLst>
                          </p:cTn>
                        </p:par>
                        <p:par>
                          <p:cTn id="48" fill="hold">
                            <p:stCondLst>
                              <p:cond delay="0"/>
                            </p:stCondLst>
                            <p:childTnLst>
                              <p:par>
                                <p:cTn id="49" presetID="1" presetClass="entr" presetSubtype="0" fill="hold" nodeType="afterEffect">
                                  <p:stCondLst>
                                    <p:cond delay="0"/>
                                  </p:stCondLst>
                                  <p:childTnLst>
                                    <p:set>
                                      <p:cBhvr>
                                        <p:cTn id="5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6" grpId="0" animBg="1"/>
      <p:bldP spid="30" grpId="0" animBg="1"/>
      <p:bldP spid="31" grpId="0" animBg="1"/>
      <p:bldP spid="3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2A68EB-35C6-4824-AE29-9F844C84FAE3}"/>
              </a:ext>
            </a:extLst>
          </p:cNvPr>
          <p:cNvSpPr>
            <a:spLocks noGrp="1"/>
          </p:cNvSpPr>
          <p:nvPr>
            <p:ph type="sldNum" sz="quarter" idx="5"/>
          </p:nvPr>
        </p:nvSpPr>
        <p:spPr/>
        <p:txBody>
          <a:bodyPr/>
          <a:lstStyle/>
          <a:p>
            <a:fld id="{2BF067CD-8E6B-4360-9AA8-C5DF2A48A6D1}" type="slidenum">
              <a:rPr lang="en-US" noProof="0" smtClean="0"/>
              <a:pPr/>
              <a:t>6</a:t>
            </a:fld>
            <a:endParaRPr lang="en-US" noProof="0" dirty="0"/>
          </a:p>
        </p:txBody>
      </p:sp>
      <p:sp>
        <p:nvSpPr>
          <p:cNvPr id="4" name="Title 3">
            <a:extLst>
              <a:ext uri="{FF2B5EF4-FFF2-40B4-BE49-F238E27FC236}">
                <a16:creationId xmlns:a16="http://schemas.microsoft.com/office/drawing/2014/main" id="{F5BFE639-4548-4EC8-A200-37274734E00D}"/>
              </a:ext>
            </a:extLst>
          </p:cNvPr>
          <p:cNvSpPr>
            <a:spLocks noGrp="1"/>
          </p:cNvSpPr>
          <p:nvPr>
            <p:ph type="title"/>
          </p:nvPr>
        </p:nvSpPr>
        <p:spPr/>
        <p:txBody>
          <a:bodyPr/>
          <a:lstStyle/>
          <a:p>
            <a:r>
              <a:rPr lang="en-US" dirty="0"/>
              <a:t>Clustered Indexes</a:t>
            </a:r>
          </a:p>
        </p:txBody>
      </p:sp>
      <p:pic>
        <p:nvPicPr>
          <p:cNvPr id="1026" name="Picture 2" descr="How to get an Index's Root Page, Intermediate Pages and Leaf Pages ...">
            <a:extLst>
              <a:ext uri="{FF2B5EF4-FFF2-40B4-BE49-F238E27FC236}">
                <a16:creationId xmlns:a16="http://schemas.microsoft.com/office/drawing/2014/main" id="{7B33D91E-35AD-4B75-AC79-FE14AC6AE1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0650" y="1174110"/>
            <a:ext cx="9410700" cy="5591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5085013"/>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0"/>
          </p:nvPr>
        </p:nvSpPr>
        <p:spPr/>
        <p:txBody>
          <a:bodyPr/>
          <a:lstStyle/>
          <a:p>
            <a:r>
              <a:rPr lang="en-US" dirty="0"/>
              <a:t>Useful for </a:t>
            </a:r>
            <a:r>
              <a:rPr lang="en-US" b="1" dirty="0">
                <a:solidFill>
                  <a:schemeClr val="bg1"/>
                </a:solidFill>
              </a:rPr>
              <a:t>fast retrieving </a:t>
            </a:r>
            <a:r>
              <a:rPr lang="en-US" dirty="0"/>
              <a:t>of</a:t>
            </a:r>
            <a:r>
              <a:rPr lang="en-US" b="1" dirty="0">
                <a:solidFill>
                  <a:schemeClr val="bg1"/>
                </a:solidFill>
              </a:rPr>
              <a:t> </a:t>
            </a:r>
            <a:r>
              <a:rPr lang="en-US" dirty="0"/>
              <a:t>a range of records</a:t>
            </a:r>
          </a:p>
          <a:p>
            <a:r>
              <a:rPr lang="en-US" dirty="0"/>
              <a:t>Maintained in a </a:t>
            </a:r>
            <a:r>
              <a:rPr lang="en-US" b="1" dirty="0">
                <a:solidFill>
                  <a:schemeClr val="bg1"/>
                </a:solidFill>
              </a:rPr>
              <a:t>separate structure </a:t>
            </a:r>
            <a:r>
              <a:rPr lang="en-US" dirty="0"/>
              <a:t>in the DB</a:t>
            </a:r>
          </a:p>
          <a:p>
            <a:r>
              <a:rPr lang="en-US" dirty="0"/>
              <a:t>Tend to be </a:t>
            </a:r>
            <a:r>
              <a:rPr lang="en-US" b="1" dirty="0">
                <a:solidFill>
                  <a:schemeClr val="bg1"/>
                </a:solidFill>
              </a:rPr>
              <a:t>much narrower </a:t>
            </a:r>
            <a:r>
              <a:rPr lang="en-US" dirty="0"/>
              <a:t>than the base table</a:t>
            </a:r>
          </a:p>
          <a:p>
            <a:pPr lvl="1"/>
            <a:r>
              <a:rPr lang="en-US" dirty="0"/>
              <a:t>Can </a:t>
            </a:r>
            <a:r>
              <a:rPr lang="en-US" b="1" dirty="0">
                <a:solidFill>
                  <a:schemeClr val="bg1"/>
                </a:solidFill>
              </a:rPr>
              <a:t>locate the exact record(s) </a:t>
            </a:r>
            <a:r>
              <a:rPr lang="en-US" dirty="0"/>
              <a:t>with </a:t>
            </a:r>
            <a:r>
              <a:rPr lang="en-US" b="1" dirty="0">
                <a:solidFill>
                  <a:schemeClr val="bg1"/>
                </a:solidFill>
              </a:rPr>
              <a:t>less I/O</a:t>
            </a:r>
          </a:p>
          <a:p>
            <a:r>
              <a:rPr lang="en-US" dirty="0"/>
              <a:t>Has </a:t>
            </a:r>
            <a:r>
              <a:rPr lang="en-US" b="1" dirty="0">
                <a:solidFill>
                  <a:schemeClr val="bg1"/>
                </a:solidFill>
              </a:rPr>
              <a:t>at least one more intermediate level </a:t>
            </a:r>
            <a:r>
              <a:rPr lang="en-US" dirty="0"/>
              <a:t>than the </a:t>
            </a:r>
            <a:br>
              <a:rPr lang="en-US" dirty="0"/>
            </a:br>
            <a:r>
              <a:rPr lang="en-US" dirty="0"/>
              <a:t>clustered index</a:t>
            </a:r>
          </a:p>
          <a:p>
            <a:pPr lvl="1"/>
            <a:r>
              <a:rPr lang="en-US" dirty="0"/>
              <a:t>Much </a:t>
            </a:r>
            <a:r>
              <a:rPr lang="en-US" b="1" dirty="0">
                <a:solidFill>
                  <a:schemeClr val="bg1"/>
                </a:solidFill>
              </a:rPr>
              <a:t>less valuable </a:t>
            </a:r>
            <a:r>
              <a:rPr lang="en-US" dirty="0"/>
              <a:t>if a table</a:t>
            </a:r>
            <a:r>
              <a:rPr lang="en-US" b="1" dirty="0">
                <a:solidFill>
                  <a:schemeClr val="bg1"/>
                </a:solidFill>
              </a:rPr>
              <a:t> doesn't have a clustered index</a:t>
            </a:r>
          </a:p>
        </p:txBody>
      </p:sp>
      <p:sp>
        <p:nvSpPr>
          <p:cNvPr id="2" name="Title 1"/>
          <p:cNvSpPr>
            <a:spLocks noGrp="1"/>
          </p:cNvSpPr>
          <p:nvPr>
            <p:ph type="title"/>
          </p:nvPr>
        </p:nvSpPr>
        <p:spPr/>
        <p:txBody>
          <a:bodyPr/>
          <a:lstStyle/>
          <a:p>
            <a:r>
              <a:rPr lang="en-US" dirty="0"/>
              <a:t>Non</a:t>
            </a:r>
            <a:r>
              <a:rPr lang="bg-BG" dirty="0"/>
              <a:t>-</a:t>
            </a:r>
            <a:r>
              <a:rPr lang="en-US" dirty="0"/>
              <a:t>Clustered </a:t>
            </a:r>
            <a:r>
              <a:rPr lang="en-US" dirty="0" err="1"/>
              <a:t>Indeces</a:t>
            </a:r>
            <a:endParaRPr lang="en-US" dirty="0"/>
          </a:p>
        </p:txBody>
      </p:sp>
      <p:sp>
        <p:nvSpPr>
          <p:cNvPr id="5" name="Slide Number">
            <a:extLst>
              <a:ext uri="{FF2B5EF4-FFF2-40B4-BE49-F238E27FC236}">
                <a16:creationId xmlns:a16="http://schemas.microsoft.com/office/drawing/2014/main" id="{3B271D4D-C8DB-4D27-BAE1-6EC081456504}"/>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7</a:t>
            </a:fld>
            <a:endParaRPr lang="en-US" noProof="0" dirty="0"/>
          </a:p>
        </p:txBody>
      </p:sp>
    </p:spTree>
    <p:extLst>
      <p:ext uri="{BB962C8B-B14F-4D97-AF65-F5344CB8AC3E}">
        <p14:creationId xmlns:p14="http://schemas.microsoft.com/office/powerpoint/2010/main" val="1588528192"/>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Контейнер за съдържание 2"/>
          <p:cNvSpPr>
            <a:spLocks noGrp="1"/>
          </p:cNvSpPr>
          <p:nvPr>
            <p:ph idx="10"/>
          </p:nvPr>
        </p:nvSpPr>
        <p:spPr/>
        <p:txBody>
          <a:bodyPr/>
          <a:lstStyle/>
          <a:p>
            <a:r>
              <a:rPr lang="en-US" dirty="0"/>
              <a:t>A non-clustered index </a:t>
            </a:r>
            <a:r>
              <a:rPr lang="en-US" b="1" dirty="0">
                <a:solidFill>
                  <a:schemeClr val="bg1"/>
                </a:solidFill>
              </a:rPr>
              <a:t>has pointers </a:t>
            </a:r>
            <a:r>
              <a:rPr lang="en-US" dirty="0"/>
              <a:t>to the </a:t>
            </a:r>
            <a:r>
              <a:rPr lang="en-US" b="1" dirty="0">
                <a:solidFill>
                  <a:schemeClr val="bg1"/>
                </a:solidFill>
              </a:rPr>
              <a:t>actual data rows </a:t>
            </a:r>
            <a:br>
              <a:rPr lang="en-US" b="1" dirty="0">
                <a:solidFill>
                  <a:schemeClr val="bg1"/>
                </a:solidFill>
              </a:rPr>
            </a:br>
            <a:r>
              <a:rPr lang="en-US" dirty="0"/>
              <a:t>(pointers to the clustered index if there is one).</a:t>
            </a:r>
          </a:p>
        </p:txBody>
      </p:sp>
      <p:sp>
        <p:nvSpPr>
          <p:cNvPr id="4" name="Заглавие 3"/>
          <p:cNvSpPr>
            <a:spLocks noGrp="1"/>
          </p:cNvSpPr>
          <p:nvPr>
            <p:ph type="title"/>
          </p:nvPr>
        </p:nvSpPr>
        <p:spPr/>
        <p:txBody>
          <a:bodyPr/>
          <a:lstStyle/>
          <a:p>
            <a:r>
              <a:rPr lang="en-US" dirty="0"/>
              <a:t>Non-Clustered Indexes</a:t>
            </a:r>
          </a:p>
        </p:txBody>
      </p:sp>
      <p:grpSp>
        <p:nvGrpSpPr>
          <p:cNvPr id="2" name="Group 1"/>
          <p:cNvGrpSpPr/>
          <p:nvPr/>
        </p:nvGrpSpPr>
        <p:grpSpPr>
          <a:xfrm>
            <a:off x="335278" y="2803521"/>
            <a:ext cx="11049000" cy="2764996"/>
            <a:chOff x="335278" y="2803521"/>
            <a:chExt cx="11049000" cy="2764996"/>
          </a:xfrm>
        </p:grpSpPr>
        <p:sp>
          <p:nvSpPr>
            <p:cNvPr id="5" name="Rectangle 9"/>
            <p:cNvSpPr/>
            <p:nvPr/>
          </p:nvSpPr>
          <p:spPr>
            <a:xfrm>
              <a:off x="2819400" y="2803521"/>
              <a:ext cx="1066800" cy="5334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Keys</a:t>
              </a:r>
            </a:p>
          </p:txBody>
        </p:sp>
        <p:grpSp>
          <p:nvGrpSpPr>
            <p:cNvPr id="6" name="Group 39"/>
            <p:cNvGrpSpPr/>
            <p:nvPr/>
          </p:nvGrpSpPr>
          <p:grpSpPr>
            <a:xfrm>
              <a:off x="335278" y="4732148"/>
              <a:ext cx="5194074" cy="836369"/>
              <a:chOff x="5561012" y="5334000"/>
              <a:chExt cx="5194074" cy="836369"/>
            </a:xfrm>
            <a:solidFill>
              <a:schemeClr val="bg2"/>
            </a:solidFill>
          </p:grpSpPr>
          <p:sp>
            <p:nvSpPr>
              <p:cNvPr id="7" name="Rectangle: Rounded Corners 13"/>
              <p:cNvSpPr/>
              <p:nvPr/>
            </p:nvSpPr>
            <p:spPr>
              <a:xfrm>
                <a:off x="5561012" y="5334000"/>
                <a:ext cx="5194074" cy="836369"/>
              </a:xfrm>
              <a:prstGeom prst="roundRect">
                <a:avLst>
                  <a:gd name="adj" fmla="val 5319"/>
                </a:avLst>
              </a:prstGeom>
              <a:grpFill/>
              <a:ln w="381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r>
                  <a:rPr lang="en-US" b="1" dirty="0">
                    <a:solidFill>
                      <a:schemeClr val="tx1"/>
                    </a:solidFill>
                    <a:latin typeface="Consolas" pitchFamily="49" charset="0"/>
                    <a:cs typeface="Consolas" pitchFamily="49" charset="0"/>
                  </a:rPr>
                  <a:t>Data</a:t>
                </a:r>
              </a:p>
            </p:txBody>
          </p:sp>
          <p:sp>
            <p:nvSpPr>
              <p:cNvPr id="27" name="Rectangle: Folded Corner 15"/>
              <p:cNvSpPr/>
              <p:nvPr/>
            </p:nvSpPr>
            <p:spPr>
              <a:xfrm rot="10800000">
                <a:off x="6665436" y="5499904"/>
                <a:ext cx="381000" cy="533400"/>
              </a:xfrm>
              <a:prstGeom prst="foldedCorner">
                <a:avLst>
                  <a:gd name="adj" fmla="val 44167"/>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25" name="Rectangle: Folded Corner 18"/>
              <p:cNvSpPr/>
              <p:nvPr/>
            </p:nvSpPr>
            <p:spPr>
              <a:xfrm rot="10800000">
                <a:off x="7255397" y="5499904"/>
                <a:ext cx="381000" cy="533400"/>
              </a:xfrm>
              <a:prstGeom prst="foldedCorner">
                <a:avLst>
                  <a:gd name="adj" fmla="val 44167"/>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23" name="Rectangle: Folded Corner 21"/>
              <p:cNvSpPr/>
              <p:nvPr/>
            </p:nvSpPr>
            <p:spPr>
              <a:xfrm rot="10800000">
                <a:off x="7845358" y="5499904"/>
                <a:ext cx="381000" cy="533400"/>
              </a:xfrm>
              <a:prstGeom prst="foldedCorner">
                <a:avLst>
                  <a:gd name="adj" fmla="val 44167"/>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21" name="Rectangle: Folded Corner 24"/>
              <p:cNvSpPr/>
              <p:nvPr/>
            </p:nvSpPr>
            <p:spPr>
              <a:xfrm rot="10800000">
                <a:off x="8435319" y="5499904"/>
                <a:ext cx="381000" cy="533400"/>
              </a:xfrm>
              <a:prstGeom prst="foldedCorner">
                <a:avLst>
                  <a:gd name="adj" fmla="val 44167"/>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9" name="Rectangle: Folded Corner 27"/>
              <p:cNvSpPr/>
              <p:nvPr/>
            </p:nvSpPr>
            <p:spPr>
              <a:xfrm rot="10800000">
                <a:off x="9025280" y="5499904"/>
                <a:ext cx="381000" cy="533400"/>
              </a:xfrm>
              <a:prstGeom prst="foldedCorner">
                <a:avLst>
                  <a:gd name="adj" fmla="val 44167"/>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7" name="Rectangle: Folded Corner 34"/>
              <p:cNvSpPr/>
              <p:nvPr/>
            </p:nvSpPr>
            <p:spPr>
              <a:xfrm rot="10800000">
                <a:off x="9615241" y="5499904"/>
                <a:ext cx="381000" cy="533400"/>
              </a:xfrm>
              <a:prstGeom prst="foldedCorner">
                <a:avLst>
                  <a:gd name="adj" fmla="val 44167"/>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5" name="Rectangle: Folded Corner 37"/>
              <p:cNvSpPr/>
              <p:nvPr/>
            </p:nvSpPr>
            <p:spPr>
              <a:xfrm rot="10800000">
                <a:off x="10205201" y="5499904"/>
                <a:ext cx="381000" cy="533400"/>
              </a:xfrm>
              <a:prstGeom prst="foldedCorner">
                <a:avLst>
                  <a:gd name="adj" fmla="val 44167"/>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grpSp>
        <p:sp>
          <p:nvSpPr>
            <p:cNvPr id="29" name="Rectangle 40"/>
            <p:cNvSpPr/>
            <p:nvPr/>
          </p:nvSpPr>
          <p:spPr>
            <a:xfrm>
              <a:off x="2715554" y="3694961"/>
              <a:ext cx="1274492" cy="5334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100-199</a:t>
              </a:r>
              <a:endParaRPr lang="en-US" sz="2000" dirty="0">
                <a:solidFill>
                  <a:schemeClr val="tx1"/>
                </a:solidFill>
              </a:endParaRPr>
            </a:p>
          </p:txBody>
        </p:sp>
        <p:sp>
          <p:nvSpPr>
            <p:cNvPr id="30" name="Rectangle 41"/>
            <p:cNvSpPr/>
            <p:nvPr/>
          </p:nvSpPr>
          <p:spPr>
            <a:xfrm>
              <a:off x="1237723" y="3694961"/>
              <a:ext cx="1395256" cy="5334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0-99</a:t>
              </a:r>
            </a:p>
          </p:txBody>
        </p:sp>
        <p:sp>
          <p:nvSpPr>
            <p:cNvPr id="31" name="Rectangle 42"/>
            <p:cNvSpPr/>
            <p:nvPr/>
          </p:nvSpPr>
          <p:spPr>
            <a:xfrm>
              <a:off x="4072621" y="3694961"/>
              <a:ext cx="1402146" cy="5334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200-299</a:t>
              </a:r>
              <a:endParaRPr lang="en-US" sz="2800" dirty="0">
                <a:solidFill>
                  <a:schemeClr val="tx1"/>
                </a:solidFill>
              </a:endParaRPr>
            </a:p>
          </p:txBody>
        </p:sp>
        <p:cxnSp>
          <p:nvCxnSpPr>
            <p:cNvPr id="32" name="Connector: Elbow 44"/>
            <p:cNvCxnSpPr>
              <a:cxnSpLocks/>
              <a:stCxn id="5" idx="1"/>
              <a:endCxn id="30" idx="0"/>
            </p:cNvCxnSpPr>
            <p:nvPr/>
          </p:nvCxnSpPr>
          <p:spPr>
            <a:xfrm rot="10800000" flipV="1">
              <a:off x="1935353" y="3070221"/>
              <a:ext cx="884049" cy="624740"/>
            </a:xfrm>
            <a:prstGeom prst="bent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onnector: Elbow 46"/>
            <p:cNvCxnSpPr>
              <a:cxnSpLocks/>
              <a:stCxn id="5" idx="3"/>
              <a:endCxn id="31" idx="0"/>
            </p:cNvCxnSpPr>
            <p:nvPr/>
          </p:nvCxnSpPr>
          <p:spPr>
            <a:xfrm>
              <a:off x="3886200" y="3070221"/>
              <a:ext cx="887494" cy="624740"/>
            </a:xfrm>
            <a:prstGeom prst="bent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48"/>
            <p:cNvCxnSpPr>
              <a:cxnSpLocks/>
              <a:stCxn id="5" idx="2"/>
              <a:endCxn id="29" idx="0"/>
            </p:cNvCxnSpPr>
            <p:nvPr/>
          </p:nvCxnSpPr>
          <p:spPr>
            <a:xfrm>
              <a:off x="3352800" y="3336921"/>
              <a:ext cx="0" cy="35804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50"/>
            <p:cNvCxnSpPr>
              <a:cxnSpLocks/>
              <a:stCxn id="30" idx="2"/>
            </p:cNvCxnSpPr>
            <p:nvPr/>
          </p:nvCxnSpPr>
          <p:spPr>
            <a:xfrm flipH="1">
              <a:off x="1630203" y="4228361"/>
              <a:ext cx="305148" cy="66969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52"/>
            <p:cNvCxnSpPr>
              <a:cxnSpLocks/>
              <a:stCxn id="30" idx="2"/>
              <a:endCxn id="25" idx="2"/>
            </p:cNvCxnSpPr>
            <p:nvPr/>
          </p:nvCxnSpPr>
          <p:spPr>
            <a:xfrm>
              <a:off x="1935351" y="4228361"/>
              <a:ext cx="284812" cy="66969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54"/>
            <p:cNvCxnSpPr>
              <a:cxnSpLocks/>
              <a:stCxn id="29" idx="2"/>
              <a:endCxn id="23" idx="2"/>
            </p:cNvCxnSpPr>
            <p:nvPr/>
          </p:nvCxnSpPr>
          <p:spPr>
            <a:xfrm flipH="1">
              <a:off x="2810124" y="4228361"/>
              <a:ext cx="542676" cy="66969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56"/>
            <p:cNvCxnSpPr>
              <a:cxnSpLocks/>
              <a:stCxn id="29" idx="2"/>
              <a:endCxn id="21" idx="2"/>
            </p:cNvCxnSpPr>
            <p:nvPr/>
          </p:nvCxnSpPr>
          <p:spPr>
            <a:xfrm>
              <a:off x="3352801" y="4228361"/>
              <a:ext cx="47285" cy="66969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58"/>
            <p:cNvCxnSpPr>
              <a:cxnSpLocks/>
              <a:stCxn id="29" idx="2"/>
              <a:endCxn id="19" idx="2"/>
            </p:cNvCxnSpPr>
            <p:nvPr/>
          </p:nvCxnSpPr>
          <p:spPr>
            <a:xfrm>
              <a:off x="3352800" y="4228361"/>
              <a:ext cx="637246" cy="66969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60"/>
            <p:cNvCxnSpPr>
              <a:cxnSpLocks/>
              <a:stCxn id="31" idx="2"/>
              <a:endCxn id="17" idx="2"/>
            </p:cNvCxnSpPr>
            <p:nvPr/>
          </p:nvCxnSpPr>
          <p:spPr>
            <a:xfrm flipH="1">
              <a:off x="4580008" y="4228361"/>
              <a:ext cx="193687" cy="66969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64"/>
            <p:cNvCxnSpPr>
              <a:cxnSpLocks/>
              <a:stCxn id="31" idx="2"/>
              <a:endCxn id="15" idx="2"/>
            </p:cNvCxnSpPr>
            <p:nvPr/>
          </p:nvCxnSpPr>
          <p:spPr>
            <a:xfrm>
              <a:off x="4773695" y="4228361"/>
              <a:ext cx="396273" cy="66969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Rectangle 82"/>
            <p:cNvSpPr/>
            <p:nvPr/>
          </p:nvSpPr>
          <p:spPr>
            <a:xfrm>
              <a:off x="8674326" y="2803521"/>
              <a:ext cx="1066800" cy="5334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Index</a:t>
              </a:r>
            </a:p>
          </p:txBody>
        </p:sp>
        <p:grpSp>
          <p:nvGrpSpPr>
            <p:cNvPr id="43" name="Group 83"/>
            <p:cNvGrpSpPr/>
            <p:nvPr/>
          </p:nvGrpSpPr>
          <p:grpSpPr>
            <a:xfrm>
              <a:off x="6190204" y="4732148"/>
              <a:ext cx="5194074" cy="836369"/>
              <a:chOff x="5561012" y="5334000"/>
              <a:chExt cx="5194074" cy="836369"/>
            </a:xfrm>
            <a:solidFill>
              <a:schemeClr val="bg2"/>
            </a:solidFill>
          </p:grpSpPr>
          <p:sp>
            <p:nvSpPr>
              <p:cNvPr id="44" name="Rectangle: Rounded Corners 84"/>
              <p:cNvSpPr/>
              <p:nvPr/>
            </p:nvSpPr>
            <p:spPr>
              <a:xfrm>
                <a:off x="5561012" y="5334000"/>
                <a:ext cx="5194074" cy="836369"/>
              </a:xfrm>
              <a:prstGeom prst="roundRect">
                <a:avLst>
                  <a:gd name="adj" fmla="val 5319"/>
                </a:avLst>
              </a:prstGeom>
              <a:grpFill/>
              <a:ln w="381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r>
                  <a:rPr lang="en-US" b="1" dirty="0">
                    <a:solidFill>
                      <a:schemeClr val="tx1"/>
                    </a:solidFill>
                    <a:latin typeface="Consolas" pitchFamily="49" charset="0"/>
                    <a:cs typeface="Consolas" pitchFamily="49" charset="0"/>
                  </a:rPr>
                  <a:t>Links</a:t>
                </a:r>
              </a:p>
            </p:txBody>
          </p:sp>
          <p:sp>
            <p:nvSpPr>
              <p:cNvPr id="64" name="Rectangle: Folded Corner 104"/>
              <p:cNvSpPr/>
              <p:nvPr/>
            </p:nvSpPr>
            <p:spPr>
              <a:xfrm rot="10800000">
                <a:off x="6665436" y="5499904"/>
                <a:ext cx="381000" cy="533400"/>
              </a:xfrm>
              <a:prstGeom prst="foldedCorner">
                <a:avLst>
                  <a:gd name="adj" fmla="val 44167"/>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62" name="Rectangle: Folded Corner 102"/>
              <p:cNvSpPr/>
              <p:nvPr/>
            </p:nvSpPr>
            <p:spPr>
              <a:xfrm rot="10800000">
                <a:off x="7255397" y="5499904"/>
                <a:ext cx="381000" cy="533400"/>
              </a:xfrm>
              <a:prstGeom prst="foldedCorner">
                <a:avLst>
                  <a:gd name="adj" fmla="val 44167"/>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60" name="Rectangle: Folded Corner 100"/>
              <p:cNvSpPr/>
              <p:nvPr/>
            </p:nvSpPr>
            <p:spPr>
              <a:xfrm rot="10800000">
                <a:off x="7845358" y="5499904"/>
                <a:ext cx="381000" cy="533400"/>
              </a:xfrm>
              <a:prstGeom prst="foldedCorner">
                <a:avLst>
                  <a:gd name="adj" fmla="val 44167"/>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58" name="Rectangle: Folded Corner 98"/>
              <p:cNvSpPr/>
              <p:nvPr/>
            </p:nvSpPr>
            <p:spPr>
              <a:xfrm rot="10800000">
                <a:off x="8435319" y="5499904"/>
                <a:ext cx="381000" cy="533400"/>
              </a:xfrm>
              <a:prstGeom prst="foldedCorner">
                <a:avLst>
                  <a:gd name="adj" fmla="val 44167"/>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56" name="Rectangle: Folded Corner 96"/>
              <p:cNvSpPr/>
              <p:nvPr/>
            </p:nvSpPr>
            <p:spPr>
              <a:xfrm rot="10800000">
                <a:off x="9025280" y="5499904"/>
                <a:ext cx="381000" cy="533400"/>
              </a:xfrm>
              <a:prstGeom prst="foldedCorner">
                <a:avLst>
                  <a:gd name="adj" fmla="val 44167"/>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54" name="Rectangle: Folded Corner 94"/>
              <p:cNvSpPr/>
              <p:nvPr/>
            </p:nvSpPr>
            <p:spPr>
              <a:xfrm rot="10800000">
                <a:off x="9615241" y="5499904"/>
                <a:ext cx="381000" cy="533400"/>
              </a:xfrm>
              <a:prstGeom prst="foldedCorner">
                <a:avLst>
                  <a:gd name="adj" fmla="val 44167"/>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52" name="Rectangle: Folded Corner 92"/>
              <p:cNvSpPr/>
              <p:nvPr/>
            </p:nvSpPr>
            <p:spPr>
              <a:xfrm rot="10800000">
                <a:off x="10205201" y="5499904"/>
                <a:ext cx="381000" cy="533400"/>
              </a:xfrm>
              <a:prstGeom prst="foldedCorner">
                <a:avLst>
                  <a:gd name="adj" fmla="val 44167"/>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grpSp>
        <p:grpSp>
          <p:nvGrpSpPr>
            <p:cNvPr id="66" name="Group 121"/>
            <p:cNvGrpSpPr/>
            <p:nvPr/>
          </p:nvGrpSpPr>
          <p:grpSpPr>
            <a:xfrm>
              <a:off x="7092649" y="3694961"/>
              <a:ext cx="4237044" cy="533400"/>
              <a:chOff x="7289183" y="4701440"/>
              <a:chExt cx="4237044" cy="533400"/>
            </a:xfrm>
            <a:solidFill>
              <a:schemeClr val="bg2"/>
            </a:solidFill>
          </p:grpSpPr>
          <p:sp>
            <p:nvSpPr>
              <p:cNvPr id="67" name="Rectangle 106"/>
              <p:cNvSpPr/>
              <p:nvPr/>
            </p:nvSpPr>
            <p:spPr>
              <a:xfrm>
                <a:off x="8767014" y="4701440"/>
                <a:ext cx="1274492"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Range 2</a:t>
                </a:r>
                <a:endParaRPr lang="en-US" sz="2000" dirty="0">
                  <a:solidFill>
                    <a:schemeClr val="tx1"/>
                  </a:solidFill>
                </a:endParaRPr>
              </a:p>
            </p:txBody>
          </p:sp>
          <p:sp>
            <p:nvSpPr>
              <p:cNvPr id="68" name="Rectangle 107"/>
              <p:cNvSpPr/>
              <p:nvPr/>
            </p:nvSpPr>
            <p:spPr>
              <a:xfrm>
                <a:off x="7289183" y="4701440"/>
                <a:ext cx="1395256"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Range</a:t>
                </a:r>
                <a:r>
                  <a:rPr lang="en-US" dirty="0"/>
                  <a:t> </a:t>
                </a:r>
                <a:r>
                  <a:rPr lang="en-US" dirty="0">
                    <a:solidFill>
                      <a:schemeClr val="tx1"/>
                    </a:solidFill>
                  </a:rPr>
                  <a:t>1</a:t>
                </a:r>
              </a:p>
            </p:txBody>
          </p:sp>
          <p:sp>
            <p:nvSpPr>
              <p:cNvPr id="69" name="Rectangle 108"/>
              <p:cNvSpPr/>
              <p:nvPr/>
            </p:nvSpPr>
            <p:spPr>
              <a:xfrm>
                <a:off x="10124081" y="4701440"/>
                <a:ext cx="1402146"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Range 3</a:t>
                </a:r>
                <a:endParaRPr lang="en-US" sz="2800" dirty="0">
                  <a:solidFill>
                    <a:schemeClr val="tx1"/>
                  </a:solidFill>
                </a:endParaRPr>
              </a:p>
            </p:txBody>
          </p:sp>
        </p:grpSp>
        <p:grpSp>
          <p:nvGrpSpPr>
            <p:cNvPr id="70" name="Group 120"/>
            <p:cNvGrpSpPr/>
            <p:nvPr/>
          </p:nvGrpSpPr>
          <p:grpSpPr>
            <a:xfrm>
              <a:off x="7790278" y="3070221"/>
              <a:ext cx="2838342" cy="624740"/>
              <a:chOff x="7788690" y="3070221"/>
              <a:chExt cx="2838342" cy="624740"/>
            </a:xfrm>
            <a:solidFill>
              <a:schemeClr val="bg2"/>
            </a:solidFill>
          </p:grpSpPr>
          <p:cxnSp>
            <p:nvCxnSpPr>
              <p:cNvPr id="71" name="Connector: Elbow 109"/>
              <p:cNvCxnSpPr>
                <a:cxnSpLocks/>
                <a:stCxn id="42" idx="1"/>
                <a:endCxn id="68" idx="0"/>
              </p:cNvCxnSpPr>
              <p:nvPr/>
            </p:nvCxnSpPr>
            <p:spPr>
              <a:xfrm rot="10800000" flipV="1">
                <a:off x="7788690" y="3070221"/>
                <a:ext cx="884049" cy="624740"/>
              </a:xfrm>
              <a:prstGeom prst="bentConnector2">
                <a:avLst/>
              </a:prstGeom>
              <a:grpFill/>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Connector: Elbow 110"/>
              <p:cNvCxnSpPr>
                <a:cxnSpLocks/>
                <a:stCxn id="42" idx="3"/>
                <a:endCxn id="69" idx="0"/>
              </p:cNvCxnSpPr>
              <p:nvPr/>
            </p:nvCxnSpPr>
            <p:spPr>
              <a:xfrm>
                <a:off x="9739538" y="3070221"/>
                <a:ext cx="887494" cy="624740"/>
              </a:xfrm>
              <a:prstGeom prst="bentConnector2">
                <a:avLst/>
              </a:prstGeom>
              <a:grpFill/>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111"/>
              <p:cNvCxnSpPr>
                <a:cxnSpLocks/>
                <a:stCxn id="42" idx="2"/>
                <a:endCxn id="67" idx="0"/>
              </p:cNvCxnSpPr>
              <p:nvPr/>
            </p:nvCxnSpPr>
            <p:spPr>
              <a:xfrm>
                <a:off x="9206138" y="3336921"/>
                <a:ext cx="0" cy="358040"/>
              </a:xfrm>
              <a:prstGeom prst="straightConnector1">
                <a:avLst/>
              </a:prstGeom>
              <a:grpFill/>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74" name="Group 122"/>
            <p:cNvGrpSpPr/>
            <p:nvPr/>
          </p:nvGrpSpPr>
          <p:grpSpPr>
            <a:xfrm>
              <a:off x="7485129" y="4228361"/>
              <a:ext cx="3539764" cy="669690"/>
              <a:chOff x="7483541" y="4228361"/>
              <a:chExt cx="3539764" cy="669690"/>
            </a:xfrm>
            <a:solidFill>
              <a:schemeClr val="bg2"/>
            </a:solidFill>
          </p:grpSpPr>
          <p:cxnSp>
            <p:nvCxnSpPr>
              <p:cNvPr id="75" name="Straight Arrow Connector 112"/>
              <p:cNvCxnSpPr>
                <a:cxnSpLocks/>
                <a:stCxn id="68" idx="2"/>
              </p:cNvCxnSpPr>
              <p:nvPr/>
            </p:nvCxnSpPr>
            <p:spPr>
              <a:xfrm flipH="1">
                <a:off x="7483541" y="4228361"/>
                <a:ext cx="305148" cy="669690"/>
              </a:xfrm>
              <a:prstGeom prst="straightConnector1">
                <a:avLst/>
              </a:prstGeom>
              <a:grpFill/>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113"/>
              <p:cNvCxnSpPr>
                <a:cxnSpLocks/>
                <a:stCxn id="68" idx="2"/>
                <a:endCxn id="62" idx="2"/>
              </p:cNvCxnSpPr>
              <p:nvPr/>
            </p:nvCxnSpPr>
            <p:spPr>
              <a:xfrm>
                <a:off x="7788689" y="4228361"/>
                <a:ext cx="284812" cy="669690"/>
              </a:xfrm>
              <a:prstGeom prst="straightConnector1">
                <a:avLst/>
              </a:prstGeom>
              <a:grpFill/>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114"/>
              <p:cNvCxnSpPr>
                <a:cxnSpLocks/>
                <a:stCxn id="67" idx="2"/>
                <a:endCxn id="60" idx="2"/>
              </p:cNvCxnSpPr>
              <p:nvPr/>
            </p:nvCxnSpPr>
            <p:spPr>
              <a:xfrm flipH="1">
                <a:off x="8663462" y="4228361"/>
                <a:ext cx="542676" cy="669690"/>
              </a:xfrm>
              <a:prstGeom prst="straightConnector1">
                <a:avLst/>
              </a:prstGeom>
              <a:grpFill/>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115"/>
              <p:cNvCxnSpPr>
                <a:cxnSpLocks/>
                <a:stCxn id="67" idx="2"/>
                <a:endCxn id="58" idx="2"/>
              </p:cNvCxnSpPr>
              <p:nvPr/>
            </p:nvCxnSpPr>
            <p:spPr>
              <a:xfrm>
                <a:off x="9206138" y="4228361"/>
                <a:ext cx="47285" cy="669690"/>
              </a:xfrm>
              <a:prstGeom prst="straightConnector1">
                <a:avLst/>
              </a:prstGeom>
              <a:grpFill/>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116"/>
              <p:cNvCxnSpPr>
                <a:cxnSpLocks/>
                <a:stCxn id="67" idx="2"/>
                <a:endCxn id="56" idx="2"/>
              </p:cNvCxnSpPr>
              <p:nvPr/>
            </p:nvCxnSpPr>
            <p:spPr>
              <a:xfrm>
                <a:off x="9206138" y="4228361"/>
                <a:ext cx="637246" cy="669690"/>
              </a:xfrm>
              <a:prstGeom prst="straightConnector1">
                <a:avLst/>
              </a:prstGeom>
              <a:grpFill/>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117"/>
              <p:cNvCxnSpPr>
                <a:cxnSpLocks/>
                <a:stCxn id="69" idx="2"/>
                <a:endCxn id="54" idx="2"/>
              </p:cNvCxnSpPr>
              <p:nvPr/>
            </p:nvCxnSpPr>
            <p:spPr>
              <a:xfrm flipH="1">
                <a:off x="10433345" y="4228361"/>
                <a:ext cx="193687" cy="669690"/>
              </a:xfrm>
              <a:prstGeom prst="straightConnector1">
                <a:avLst/>
              </a:prstGeom>
              <a:grpFill/>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118"/>
              <p:cNvCxnSpPr>
                <a:cxnSpLocks/>
                <a:stCxn id="69" idx="2"/>
                <a:endCxn id="52" idx="2"/>
              </p:cNvCxnSpPr>
              <p:nvPr/>
            </p:nvCxnSpPr>
            <p:spPr>
              <a:xfrm>
                <a:off x="10627032" y="4228361"/>
                <a:ext cx="396273" cy="669690"/>
              </a:xfrm>
              <a:prstGeom prst="straightConnector1">
                <a:avLst/>
              </a:prstGeom>
              <a:grpFill/>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82" name="Arrow: Right 119"/>
            <p:cNvSpPr/>
            <p:nvPr/>
          </p:nvSpPr>
          <p:spPr>
            <a:xfrm rot="10800000">
              <a:off x="5583394" y="4992915"/>
              <a:ext cx="533400" cy="383608"/>
            </a:xfrm>
            <a:prstGeom prst="rightArrow">
              <a:avLst>
                <a:gd name="adj1" fmla="val 50000"/>
                <a:gd name="adj2" fmla="val 52843"/>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grpSp>
      <p:sp>
        <p:nvSpPr>
          <p:cNvPr id="55" name="Slide Number">
            <a:extLst>
              <a:ext uri="{FF2B5EF4-FFF2-40B4-BE49-F238E27FC236}">
                <a16:creationId xmlns:a16="http://schemas.microsoft.com/office/drawing/2014/main" id="{BBF3B4B0-6F7C-47F6-942B-1CDDF72E85BF}"/>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8</a:t>
            </a:fld>
            <a:endParaRPr lang="en-US" noProof="0" dirty="0"/>
          </a:p>
        </p:txBody>
      </p:sp>
    </p:spTree>
    <p:extLst>
      <p:ext uri="{BB962C8B-B14F-4D97-AF65-F5344CB8AC3E}">
        <p14:creationId xmlns:p14="http://schemas.microsoft.com/office/powerpoint/2010/main" val="759611768"/>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a:spLocks noChangeArrowheads="1"/>
          </p:cNvSpPr>
          <p:nvPr/>
        </p:nvSpPr>
        <p:spPr bwMode="auto">
          <a:xfrm>
            <a:off x="1524002" y="2667001"/>
            <a:ext cx="8839198" cy="1661993"/>
          </a:xfrm>
          <a:prstGeom prst="rect">
            <a:avLst/>
          </a:prstGeom>
          <a:solidFill>
            <a:schemeClr val="accent5">
              <a:lumMod val="40000"/>
              <a:lumOff val="60000"/>
              <a:alpha val="20000"/>
            </a:schemeClr>
          </a:solidFill>
          <a:ln w="12700">
            <a:solidFill>
              <a:schemeClr val="accent5">
                <a:lumMod val="60000"/>
                <a:lumOff val="40000"/>
              </a:schemeClr>
            </a:solidFill>
          </a:ln>
        </p:spPr>
        <p:txBody>
          <a:bodyPr vert="horz" wrap="square" lIns="0" tIns="91440" rIns="0" bIns="91440" rtlCol="0">
            <a:spAutoFit/>
          </a:bodyPr>
          <a:lstStyle/>
          <a:p>
            <a:pPr lvl="1"/>
            <a:r>
              <a:rPr lang="en-US" sz="3200" b="1" noProof="1">
                <a:solidFill>
                  <a:schemeClr val="bg1"/>
                </a:solidFill>
                <a:latin typeface="Consolas" panose="020B0609020204030204" pitchFamily="49" charset="0"/>
              </a:rPr>
              <a:t>CREATE NONCLUSTERED INDEX IX_</a:t>
            </a:r>
            <a:r>
              <a:rPr lang="en-US" sz="3200" b="1" noProof="1">
                <a:solidFill>
                  <a:schemeClr val="tx2"/>
                </a:solidFill>
                <a:latin typeface="Consolas" panose="020B0609020204030204" pitchFamily="49" charset="0"/>
              </a:rPr>
              <a:t>Employees_FirstName_LastName</a:t>
            </a:r>
          </a:p>
          <a:p>
            <a:pPr lvl="1"/>
            <a:r>
              <a:rPr lang="en-US" sz="3200" b="1" noProof="1">
                <a:solidFill>
                  <a:schemeClr val="bg1"/>
                </a:solidFill>
                <a:latin typeface="Consolas" panose="020B0609020204030204" pitchFamily="49" charset="0"/>
              </a:rPr>
              <a:t>ON</a:t>
            </a:r>
            <a:r>
              <a:rPr lang="en-US" sz="3200" b="1" noProof="1">
                <a:solidFill>
                  <a:schemeClr val="tx2"/>
                </a:solidFill>
                <a:latin typeface="Consolas" panose="020B0609020204030204" pitchFamily="49" charset="0"/>
              </a:rPr>
              <a:t> </a:t>
            </a:r>
            <a:r>
              <a:rPr lang="en-US" sz="3200" b="1" noProof="1">
                <a:solidFill>
                  <a:schemeClr val="bg1"/>
                </a:solidFill>
                <a:latin typeface="Consolas" panose="020B0609020204030204" pitchFamily="49" charset="0"/>
              </a:rPr>
              <a:t>Employees</a:t>
            </a:r>
            <a:r>
              <a:rPr lang="en-US" sz="3200" b="1" noProof="1">
                <a:solidFill>
                  <a:schemeClr val="tx2"/>
                </a:solidFill>
                <a:latin typeface="Consolas" panose="020B0609020204030204" pitchFamily="49" charset="0"/>
              </a:rPr>
              <a:t>(</a:t>
            </a:r>
            <a:r>
              <a:rPr lang="en-US" sz="3200" b="1" noProof="1">
                <a:solidFill>
                  <a:schemeClr val="bg1"/>
                </a:solidFill>
                <a:latin typeface="Consolas" panose="020B0609020204030204" pitchFamily="49" charset="0"/>
              </a:rPr>
              <a:t>FirstName</a:t>
            </a:r>
            <a:r>
              <a:rPr lang="en-US" sz="3200" b="1" noProof="1">
                <a:solidFill>
                  <a:schemeClr val="tx2"/>
                </a:solidFill>
                <a:latin typeface="Consolas" panose="020B0609020204030204" pitchFamily="49" charset="0"/>
              </a:rPr>
              <a:t>, </a:t>
            </a:r>
            <a:r>
              <a:rPr lang="en-US" sz="3200" b="1" noProof="1">
                <a:solidFill>
                  <a:schemeClr val="bg1"/>
                </a:solidFill>
                <a:latin typeface="Consolas" panose="020B0609020204030204" pitchFamily="49" charset="0"/>
              </a:rPr>
              <a:t>LastName</a:t>
            </a:r>
            <a:r>
              <a:rPr lang="en-US" sz="3200" b="1" noProof="1">
                <a:solidFill>
                  <a:schemeClr val="tx2"/>
                </a:solidFill>
                <a:latin typeface="Consolas" panose="020B0609020204030204" pitchFamily="49" charset="0"/>
              </a:rPr>
              <a:t>)</a:t>
            </a:r>
            <a:endParaRPr lang="en-US" sz="3200" noProof="1">
              <a:solidFill>
                <a:schemeClr val="tx2"/>
              </a:solidFill>
              <a:latin typeface="Consolas" panose="020B0609020204030204" pitchFamily="49" charset="0"/>
            </a:endParaRPr>
          </a:p>
        </p:txBody>
      </p:sp>
      <p:sp>
        <p:nvSpPr>
          <p:cNvPr id="465922" name="Rectangle 2"/>
          <p:cNvSpPr>
            <a:spLocks noGrp="1" noChangeArrowheads="1"/>
          </p:cNvSpPr>
          <p:nvPr>
            <p:ph type="title"/>
          </p:nvPr>
        </p:nvSpPr>
        <p:spPr/>
        <p:txBody>
          <a:bodyPr/>
          <a:lstStyle/>
          <a:p>
            <a:r>
              <a:rPr lang="en-US" dirty="0"/>
              <a:t>Indices Syntax</a:t>
            </a:r>
            <a:endParaRPr lang="bg-BG" dirty="0"/>
          </a:p>
        </p:txBody>
      </p:sp>
      <p:sp>
        <p:nvSpPr>
          <p:cNvPr id="8" name="AutoShape 7"/>
          <p:cNvSpPr>
            <a:spLocks noChangeArrowheads="1"/>
          </p:cNvSpPr>
          <p:nvPr/>
        </p:nvSpPr>
        <p:spPr bwMode="auto">
          <a:xfrm>
            <a:off x="1911000" y="4378012"/>
            <a:ext cx="2055629" cy="564085"/>
          </a:xfrm>
          <a:prstGeom prst="wedgeRoundRectCallout">
            <a:avLst>
              <a:gd name="adj1" fmla="val 58037"/>
              <a:gd name="adj2" fmla="val -38802"/>
              <a:gd name="adj3" fmla="val 16667"/>
            </a:avLst>
          </a:prstGeom>
          <a:solidFill>
            <a:schemeClr val="tx1">
              <a:alpha val="80000"/>
            </a:schemeClr>
          </a:solidFill>
          <a:ln w="19050">
            <a:solidFill>
              <a:schemeClr val="tx1">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b="1" noProof="1">
                <a:solidFill>
                  <a:srgbClr val="FFFFFF"/>
                </a:solidFill>
                <a:effectLst>
                  <a:outerShdw blurRad="38100" dist="38100" dir="2700000" algn="tl">
                    <a:srgbClr val="000000">
                      <a:alpha val="43137"/>
                    </a:srgbClr>
                  </a:outerShdw>
                </a:effectLst>
              </a:rPr>
              <a:t>Table Name</a:t>
            </a:r>
          </a:p>
        </p:txBody>
      </p:sp>
      <p:sp>
        <p:nvSpPr>
          <p:cNvPr id="11" name="AutoShape 7"/>
          <p:cNvSpPr>
            <a:spLocks noChangeArrowheads="1"/>
          </p:cNvSpPr>
          <p:nvPr/>
        </p:nvSpPr>
        <p:spPr bwMode="auto">
          <a:xfrm>
            <a:off x="7000485" y="4378012"/>
            <a:ext cx="1774421" cy="564085"/>
          </a:xfrm>
          <a:prstGeom prst="wedgeRoundRectCallout">
            <a:avLst>
              <a:gd name="adj1" fmla="val -58144"/>
              <a:gd name="adj2" fmla="val -47925"/>
              <a:gd name="adj3" fmla="val 16667"/>
            </a:avLst>
          </a:prstGeom>
          <a:solidFill>
            <a:schemeClr val="tx1">
              <a:alpha val="80000"/>
            </a:schemeClr>
          </a:solidFill>
          <a:ln w="19050">
            <a:solidFill>
              <a:schemeClr val="tx1">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b="1" noProof="1">
                <a:solidFill>
                  <a:srgbClr val="FFFFFF"/>
                </a:solidFill>
                <a:effectLst>
                  <a:outerShdw blurRad="38100" dist="38100" dir="2700000" algn="tl">
                    <a:srgbClr val="000000">
                      <a:alpha val="43137"/>
                    </a:srgbClr>
                  </a:outerShdw>
                </a:effectLst>
              </a:rPr>
              <a:t>Columns</a:t>
            </a:r>
          </a:p>
        </p:txBody>
      </p:sp>
      <p:sp>
        <p:nvSpPr>
          <p:cNvPr id="13" name="AutoShape 7"/>
          <p:cNvSpPr>
            <a:spLocks noChangeArrowheads="1"/>
          </p:cNvSpPr>
          <p:nvPr/>
        </p:nvSpPr>
        <p:spPr bwMode="auto">
          <a:xfrm>
            <a:off x="5466000" y="2059534"/>
            <a:ext cx="2101244" cy="558485"/>
          </a:xfrm>
          <a:prstGeom prst="wedgeRoundRectCallout">
            <a:avLst>
              <a:gd name="adj1" fmla="val -56938"/>
              <a:gd name="adj2" fmla="val 49310"/>
              <a:gd name="adj3" fmla="val 16667"/>
            </a:avLst>
          </a:prstGeom>
          <a:solidFill>
            <a:schemeClr val="tx1">
              <a:alpha val="80000"/>
            </a:schemeClr>
          </a:solidFill>
          <a:ln w="19050">
            <a:solidFill>
              <a:schemeClr val="tx1">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b="1" noProof="1">
                <a:solidFill>
                  <a:srgbClr val="FFFFFF"/>
                </a:solidFill>
                <a:effectLst>
                  <a:outerShdw blurRad="38100" dist="38100" dir="2700000" algn="tl">
                    <a:srgbClr val="000000">
                      <a:alpha val="43137"/>
                    </a:srgbClr>
                  </a:outerShdw>
                </a:effectLst>
              </a:rPr>
              <a:t>Index Type</a:t>
            </a:r>
          </a:p>
        </p:txBody>
      </p:sp>
      <p:sp>
        <p:nvSpPr>
          <p:cNvPr id="9" name="Slide Number">
            <a:extLst>
              <a:ext uri="{FF2B5EF4-FFF2-40B4-BE49-F238E27FC236}">
                <a16:creationId xmlns:a16="http://schemas.microsoft.com/office/drawing/2014/main" id="{6FE3E495-2106-432D-BFE6-EAD28BB417A4}"/>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9</a:t>
            </a:fld>
            <a:endParaRPr lang="en-US" noProof="0" dirty="0"/>
          </a:p>
        </p:txBody>
      </p:sp>
    </p:spTree>
    <p:extLst>
      <p:ext uri="{BB962C8B-B14F-4D97-AF65-F5344CB8AC3E}">
        <p14:creationId xmlns:p14="http://schemas.microsoft.com/office/powerpoint/2010/main" val="1471982923"/>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93F06-B8D5-4B32-9A69-D3D07D56EB48}"/>
              </a:ext>
            </a:extLst>
          </p:cNvPr>
          <p:cNvSpPr>
            <a:spLocks noGrp="1"/>
          </p:cNvSpPr>
          <p:nvPr>
            <p:ph type="title" sz="quarter" idx="10"/>
          </p:nvPr>
        </p:nvSpPr>
        <p:spPr/>
        <p:txBody>
          <a:bodyPr/>
          <a:lstStyle/>
          <a:p>
            <a:r>
              <a:rPr lang="en-US"/>
              <a:t>Demo: Index Performance</a:t>
            </a: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67225" y="1106941"/>
            <a:ext cx="3257550" cy="3076575"/>
          </a:xfrm>
          <a:prstGeom prst="rect">
            <a:avLst/>
          </a:prstGeom>
        </p:spPr>
      </p:pic>
      <p:sp>
        <p:nvSpPr>
          <p:cNvPr id="4" name="Subtitle 3">
            <a:extLst>
              <a:ext uri="{FF2B5EF4-FFF2-40B4-BE49-F238E27FC236}">
                <a16:creationId xmlns:a16="http://schemas.microsoft.com/office/drawing/2014/main" id="{313656FD-9A73-425B-BE7E-716A79A3DEA5}"/>
              </a:ext>
            </a:extLst>
          </p:cNvPr>
          <p:cNvSpPr>
            <a:spLocks noGrp="1"/>
          </p:cNvSpPr>
          <p:nvPr>
            <p:ph type="subTitle" sz="quarter" idx="11"/>
          </p:nvPr>
        </p:nvSpPr>
        <p:spPr/>
        <p:txBody>
          <a:bodyPr/>
          <a:lstStyle/>
          <a:p>
            <a:r>
              <a:rPr lang="en-US" dirty="0"/>
              <a:t>Live Demo</a:t>
            </a:r>
          </a:p>
        </p:txBody>
      </p:sp>
    </p:spTree>
    <p:extLst>
      <p:ext uri="{BB962C8B-B14F-4D97-AF65-F5344CB8AC3E}">
        <p14:creationId xmlns:p14="http://schemas.microsoft.com/office/powerpoint/2010/main" val="3990607075"/>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a:extLst>
              <a:ext uri="{FF2B5EF4-FFF2-40B4-BE49-F238E27FC236}">
                <a16:creationId xmlns:a16="http://schemas.microsoft.com/office/drawing/2014/main" id="{46A5DA3C-4A21-497C-8380-CC4B81906A45}"/>
              </a:ext>
            </a:extLst>
          </p:cNvPr>
          <p:cNvSpPr>
            <a:spLocks noGrp="1"/>
          </p:cNvSpPr>
          <p:nvPr>
            <p:ph type="subTitle" sz="quarter" idx="11"/>
          </p:nvPr>
        </p:nvSpPr>
        <p:spPr/>
        <p:txBody>
          <a:bodyPr/>
          <a:lstStyle/>
          <a:p>
            <a:r>
              <a:rPr lang="en-US" dirty="0"/>
              <a:t>Consolidating Data Based On Criteria</a:t>
            </a:r>
          </a:p>
        </p:txBody>
      </p:sp>
      <p:sp>
        <p:nvSpPr>
          <p:cNvPr id="2" name="Title 1">
            <a:extLst>
              <a:ext uri="{FF2B5EF4-FFF2-40B4-BE49-F238E27FC236}">
                <a16:creationId xmlns:a16="http://schemas.microsoft.com/office/drawing/2014/main" id="{5EB6A8A2-1552-47FC-BAA6-2507D0EBD7BF}"/>
              </a:ext>
            </a:extLst>
          </p:cNvPr>
          <p:cNvSpPr>
            <a:spLocks noGrp="1"/>
          </p:cNvSpPr>
          <p:nvPr>
            <p:ph type="title" sz="quarter" idx="10"/>
          </p:nvPr>
        </p:nvSpPr>
        <p:spPr/>
        <p:txBody>
          <a:bodyPr/>
          <a:lstStyle/>
          <a:p>
            <a:r>
              <a:rPr lang="en-US" dirty="0"/>
              <a:t>Grouping</a:t>
            </a:r>
          </a:p>
        </p:txBody>
      </p:sp>
      <p:pic>
        <p:nvPicPr>
          <p:cNvPr id="9" name="Picture 8"/>
          <p:cNvPicPr>
            <a:picLocks noChangeAspect="1"/>
          </p:cNvPicPr>
          <p:nvPr/>
        </p:nvPicPr>
        <p:blipFill>
          <a:blip r:embed="rId3" cstate="hqprint">
            <a:extLst>
              <a:ext uri="{BEBA8EAE-BF5A-486C-A8C5-ECC9F3942E4B}">
                <a14:imgProps xmlns:a14="http://schemas.microsoft.com/office/drawing/2010/main">
                  <a14:imgLayer r:embed="rId4">
                    <a14:imgEffect>
                      <a14:brightnessContrast bright="100000" contrast="9000"/>
                    </a14:imgEffect>
                  </a14:imgLayer>
                </a14:imgProps>
              </a:ext>
              <a:ext uri="{28A0092B-C50C-407E-A947-70E740481C1C}">
                <a14:useLocalDpi xmlns:a14="http://schemas.microsoft.com/office/drawing/2010/main" val="0"/>
              </a:ext>
            </a:extLst>
          </a:blip>
          <a:stretch>
            <a:fillRect/>
          </a:stretch>
        </p:blipFill>
        <p:spPr>
          <a:xfrm>
            <a:off x="4682067" y="1049814"/>
            <a:ext cx="2887133" cy="2887133"/>
          </a:xfrm>
          <a:prstGeom prst="rect">
            <a:avLst/>
          </a:prstGeom>
        </p:spPr>
      </p:pic>
    </p:spTree>
    <p:extLst>
      <p:ext uri="{BB962C8B-B14F-4D97-AF65-F5344CB8AC3E}">
        <p14:creationId xmlns:p14="http://schemas.microsoft.com/office/powerpoint/2010/main" val="1488665684"/>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p:cNvSpPr>
            <a:spLocks noGrp="1"/>
          </p:cNvSpPr>
          <p:nvPr>
            <p:ph idx="10"/>
          </p:nvPr>
        </p:nvSpPr>
        <p:spPr>
          <a:xfrm>
            <a:off x="1807503" y="1004560"/>
            <a:ext cx="10129234" cy="5546589"/>
          </a:xfrm>
        </p:spPr>
        <p:txBody>
          <a:bodyPr/>
          <a:lstStyle/>
          <a:p>
            <a:pPr>
              <a:buClr>
                <a:schemeClr val="tx1"/>
              </a:buClr>
            </a:pPr>
            <a:r>
              <a:rPr lang="en-US" b="1">
                <a:solidFill>
                  <a:schemeClr val="bg1"/>
                </a:solidFill>
              </a:rPr>
              <a:t>Grouping </a:t>
            </a:r>
            <a:r>
              <a:rPr lang="en-US"/>
              <a:t>allows receiving data into separate groups </a:t>
            </a:r>
            <a:br>
              <a:rPr lang="en-US"/>
            </a:br>
            <a:r>
              <a:rPr lang="en-US"/>
              <a:t>based on a common property</a:t>
            </a:r>
            <a:endParaRPr lang="en-US" dirty="0"/>
          </a:p>
        </p:txBody>
      </p:sp>
      <p:sp>
        <p:nvSpPr>
          <p:cNvPr id="465922" name="Rectangle 2"/>
          <p:cNvSpPr>
            <a:spLocks noGrp="1" noChangeArrowheads="1"/>
          </p:cNvSpPr>
          <p:nvPr>
            <p:ph type="title"/>
          </p:nvPr>
        </p:nvSpPr>
        <p:spPr/>
        <p:txBody>
          <a:bodyPr/>
          <a:lstStyle/>
          <a:p>
            <a:r>
              <a:rPr lang="en-US" dirty="0"/>
              <a:t>Grouping</a:t>
            </a:r>
            <a:endParaRPr lang="bg-BG" dirty="0"/>
          </a:p>
        </p:txBody>
      </p:sp>
      <p:sp>
        <p:nvSpPr>
          <p:cNvPr id="49" name="Rectangle 48"/>
          <p:cNvSpPr/>
          <p:nvPr/>
        </p:nvSpPr>
        <p:spPr>
          <a:xfrm>
            <a:off x="5458275" y="3004362"/>
            <a:ext cx="3322637" cy="1128714"/>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50" name="Rectangle 49"/>
          <p:cNvSpPr/>
          <p:nvPr/>
        </p:nvSpPr>
        <p:spPr>
          <a:xfrm>
            <a:off x="5458275" y="4133075"/>
            <a:ext cx="3322637" cy="1685925"/>
          </a:xfrm>
          <a:prstGeom prst="rect">
            <a:avLst/>
          </a:prstGeom>
          <a:solidFill>
            <a:schemeClr val="accent3">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51" name="Rectangle 50"/>
          <p:cNvSpPr/>
          <p:nvPr/>
        </p:nvSpPr>
        <p:spPr>
          <a:xfrm>
            <a:off x="5458275" y="5814238"/>
            <a:ext cx="3322637" cy="571500"/>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graphicFrame>
        <p:nvGraphicFramePr>
          <p:cNvPr id="52" name="Table 51"/>
          <p:cNvGraphicFramePr>
            <a:graphicFrameLocks noGrp="1"/>
          </p:cNvGraphicFramePr>
          <p:nvPr>
            <p:extLst>
              <p:ext uri="{D42A27DB-BD31-4B8C-83A1-F6EECF244321}">
                <p14:modId xmlns:p14="http://schemas.microsoft.com/office/powerpoint/2010/main" val="2356526475"/>
              </p:ext>
            </p:extLst>
          </p:nvPr>
        </p:nvGraphicFramePr>
        <p:xfrm>
          <a:off x="3675512" y="2408335"/>
          <a:ext cx="6477000" cy="564066"/>
        </p:xfrm>
        <a:graphic>
          <a:graphicData uri="http://schemas.openxmlformats.org/drawingml/2006/table">
            <a:tbl>
              <a:tblPr firstRow="1" bandRow="1">
                <a:tableStyleId>{7DF18680-E054-41AD-8BC1-D1AEF772440D}</a:tableStyleId>
              </a:tblPr>
              <a:tblGrid>
                <a:gridCol w="1785687">
                  <a:extLst>
                    <a:ext uri="{9D8B030D-6E8A-4147-A177-3AD203B41FA5}">
                      <a16:colId xmlns:a16="http://schemas.microsoft.com/office/drawing/2014/main" val="3180040124"/>
                    </a:ext>
                  </a:extLst>
                </a:gridCol>
                <a:gridCol w="3319713">
                  <a:extLst>
                    <a:ext uri="{9D8B030D-6E8A-4147-A177-3AD203B41FA5}">
                      <a16:colId xmlns:a16="http://schemas.microsoft.com/office/drawing/2014/main" val="3141524875"/>
                    </a:ext>
                  </a:extLst>
                </a:gridCol>
                <a:gridCol w="1371600">
                  <a:extLst>
                    <a:ext uri="{9D8B030D-6E8A-4147-A177-3AD203B41FA5}">
                      <a16:colId xmlns:a16="http://schemas.microsoft.com/office/drawing/2014/main" val="1915661299"/>
                    </a:ext>
                  </a:extLst>
                </a:gridCol>
              </a:tblGrid>
              <a:tr h="564066">
                <a:tc>
                  <a:txBody>
                    <a:bodyPr/>
                    <a:lstStyle/>
                    <a:p>
                      <a:r>
                        <a:rPr lang="en-US" sz="2800" dirty="0">
                          <a:solidFill>
                            <a:schemeClr val="tx1"/>
                          </a:solidFill>
                          <a:effectLst/>
                        </a:rPr>
                        <a:t>Employee</a:t>
                      </a:r>
                    </a:p>
                  </a:txBody>
                  <a:tcPr marL="137345" marR="137345" marT="68673" marB="68673">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1D5DD"/>
                    </a:solidFill>
                  </a:tcPr>
                </a:tc>
                <a:tc>
                  <a:txBody>
                    <a:bodyPr/>
                    <a:lstStyle/>
                    <a:p>
                      <a:r>
                        <a:rPr lang="en-US" sz="2800" dirty="0">
                          <a:solidFill>
                            <a:schemeClr val="tx1"/>
                          </a:solidFill>
                          <a:effectLst/>
                        </a:rPr>
                        <a:t>DepartmentName</a:t>
                      </a:r>
                    </a:p>
                  </a:txBody>
                  <a:tcPr marL="137345" marR="137345" marT="68673" marB="68673">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1D5DD"/>
                    </a:solidFill>
                  </a:tcPr>
                </a:tc>
                <a:tc>
                  <a:txBody>
                    <a:bodyPr/>
                    <a:lstStyle/>
                    <a:p>
                      <a:r>
                        <a:rPr lang="en-US" sz="2800" dirty="0">
                          <a:solidFill>
                            <a:schemeClr val="tx1"/>
                          </a:solidFill>
                          <a:effectLst/>
                        </a:rPr>
                        <a:t>Salary</a:t>
                      </a:r>
                    </a:p>
                  </a:txBody>
                  <a:tcPr marL="137345" marR="137345" marT="68673" marB="68673">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1D5DD"/>
                    </a:solidFill>
                  </a:tcPr>
                </a:tc>
                <a:extLst>
                  <a:ext uri="{0D108BD9-81ED-4DB2-BD59-A6C34878D82A}">
                    <a16:rowId xmlns:a16="http://schemas.microsoft.com/office/drawing/2014/main" val="247495740"/>
                  </a:ext>
                </a:extLst>
              </a:tr>
            </a:tbl>
          </a:graphicData>
        </a:graphic>
      </p:graphicFrame>
      <p:sp>
        <p:nvSpPr>
          <p:cNvPr id="53" name="Rectangle 52"/>
          <p:cNvSpPr/>
          <p:nvPr/>
        </p:nvSpPr>
        <p:spPr>
          <a:xfrm>
            <a:off x="3675512" y="2997212"/>
            <a:ext cx="1785600" cy="565200"/>
          </a:xfrm>
          <a:prstGeom prst="rect">
            <a:avLst/>
          </a:prstGeom>
          <a:noFill/>
          <a:ln w="0">
            <a:solidFill>
              <a:srgbClr val="D1D5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solidFill>
                  <a:schemeClr val="tx1"/>
                </a:solidFill>
              </a:rPr>
              <a:t>Adam</a:t>
            </a:r>
          </a:p>
        </p:txBody>
      </p:sp>
      <p:sp>
        <p:nvSpPr>
          <p:cNvPr id="54" name="Rectangle 53"/>
          <p:cNvSpPr/>
          <p:nvPr/>
        </p:nvSpPr>
        <p:spPr>
          <a:xfrm>
            <a:off x="3675512" y="4125928"/>
            <a:ext cx="1785600" cy="565200"/>
          </a:xfrm>
          <a:prstGeom prst="rect">
            <a:avLst/>
          </a:prstGeom>
          <a:noFill/>
          <a:ln w="0">
            <a:solidFill>
              <a:srgbClr val="D1D5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solidFill>
                  <a:schemeClr val="tx1"/>
                </a:solidFill>
              </a:rPr>
              <a:t>Jane</a:t>
            </a:r>
          </a:p>
        </p:txBody>
      </p:sp>
      <p:sp>
        <p:nvSpPr>
          <p:cNvPr id="55" name="Rectangle 54"/>
          <p:cNvSpPr/>
          <p:nvPr/>
        </p:nvSpPr>
        <p:spPr>
          <a:xfrm>
            <a:off x="8780312" y="2997212"/>
            <a:ext cx="1371600" cy="565200"/>
          </a:xfrm>
          <a:prstGeom prst="rect">
            <a:avLst/>
          </a:prstGeom>
          <a:noFill/>
          <a:ln w="0">
            <a:solidFill>
              <a:srgbClr val="D1D5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solidFill>
                  <a:schemeClr val="tx1"/>
                </a:solidFill>
              </a:rPr>
              <a:t>5,000</a:t>
            </a:r>
          </a:p>
        </p:txBody>
      </p:sp>
      <p:sp>
        <p:nvSpPr>
          <p:cNvPr id="56" name="Rectangle 55"/>
          <p:cNvSpPr/>
          <p:nvPr/>
        </p:nvSpPr>
        <p:spPr>
          <a:xfrm>
            <a:off x="8780312" y="4125928"/>
            <a:ext cx="1371600" cy="565200"/>
          </a:xfrm>
          <a:prstGeom prst="rect">
            <a:avLst/>
          </a:prstGeom>
          <a:noFill/>
          <a:ln w="0">
            <a:solidFill>
              <a:srgbClr val="D1D5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solidFill>
                  <a:schemeClr val="tx1"/>
                </a:solidFill>
              </a:rPr>
              <a:t>10,000</a:t>
            </a:r>
          </a:p>
        </p:txBody>
      </p:sp>
      <p:sp>
        <p:nvSpPr>
          <p:cNvPr id="57" name="Rectangle 56"/>
          <p:cNvSpPr/>
          <p:nvPr/>
        </p:nvSpPr>
        <p:spPr>
          <a:xfrm>
            <a:off x="5461112" y="2997212"/>
            <a:ext cx="3319200" cy="565200"/>
          </a:xfrm>
          <a:prstGeom prst="rect">
            <a:avLst/>
          </a:prstGeom>
          <a:solidFill>
            <a:schemeClr val="bg2">
              <a:alpha val="35000"/>
            </a:schemeClr>
          </a:solidFill>
          <a:ln w="0">
            <a:solidFill>
              <a:srgbClr val="D1D5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rPr>
              <a:t>Database Support</a:t>
            </a:r>
          </a:p>
        </p:txBody>
      </p:sp>
      <p:sp>
        <p:nvSpPr>
          <p:cNvPr id="58" name="Rectangle 57"/>
          <p:cNvSpPr/>
          <p:nvPr/>
        </p:nvSpPr>
        <p:spPr>
          <a:xfrm>
            <a:off x="5461112" y="3561570"/>
            <a:ext cx="3319200" cy="565200"/>
          </a:xfrm>
          <a:prstGeom prst="rect">
            <a:avLst/>
          </a:prstGeom>
          <a:solidFill>
            <a:schemeClr val="bg2">
              <a:lumMod val="95000"/>
              <a:alpha val="35000"/>
            </a:schemeClr>
          </a:solidFill>
          <a:ln w="0">
            <a:solidFill>
              <a:srgbClr val="D1D5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rPr>
              <a:t>Database</a:t>
            </a:r>
            <a:r>
              <a:rPr lang="en-US" sz="2800" dirty="0"/>
              <a:t> </a:t>
            </a:r>
            <a:r>
              <a:rPr lang="en-US" sz="2800" b="1" dirty="0">
                <a:solidFill>
                  <a:schemeClr val="tx1"/>
                </a:solidFill>
              </a:rPr>
              <a:t>Support</a:t>
            </a:r>
          </a:p>
        </p:txBody>
      </p:sp>
      <p:sp>
        <p:nvSpPr>
          <p:cNvPr id="59" name="Rectangle 58"/>
          <p:cNvSpPr/>
          <p:nvPr/>
        </p:nvSpPr>
        <p:spPr>
          <a:xfrm>
            <a:off x="5461112" y="4125928"/>
            <a:ext cx="3319200" cy="565200"/>
          </a:xfrm>
          <a:prstGeom prst="rect">
            <a:avLst/>
          </a:prstGeom>
          <a:solidFill>
            <a:schemeClr val="bg2">
              <a:alpha val="20000"/>
            </a:schemeClr>
          </a:solidFill>
          <a:ln w="0">
            <a:solidFill>
              <a:srgbClr val="D1D5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rPr>
              <a:t>Application</a:t>
            </a:r>
            <a:r>
              <a:rPr lang="en-US" sz="2800" dirty="0"/>
              <a:t> </a:t>
            </a:r>
            <a:r>
              <a:rPr lang="en-US" sz="2800" b="1" dirty="0">
                <a:solidFill>
                  <a:schemeClr val="tx1"/>
                </a:solidFill>
              </a:rPr>
              <a:t>Support</a:t>
            </a:r>
          </a:p>
        </p:txBody>
      </p:sp>
      <p:sp>
        <p:nvSpPr>
          <p:cNvPr id="60" name="Rectangle 59"/>
          <p:cNvSpPr/>
          <p:nvPr/>
        </p:nvSpPr>
        <p:spPr>
          <a:xfrm>
            <a:off x="5461112" y="4690286"/>
            <a:ext cx="3319200" cy="565200"/>
          </a:xfrm>
          <a:prstGeom prst="rect">
            <a:avLst/>
          </a:prstGeom>
          <a:solidFill>
            <a:schemeClr val="bg2">
              <a:alpha val="20000"/>
            </a:schemeClr>
          </a:solidFill>
          <a:ln>
            <a:solidFill>
              <a:srgbClr val="D1D5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rPr>
              <a:t>Application</a:t>
            </a:r>
            <a:r>
              <a:rPr lang="en-US" sz="2800" dirty="0"/>
              <a:t> </a:t>
            </a:r>
            <a:r>
              <a:rPr lang="en-US" sz="2800" b="1" dirty="0">
                <a:solidFill>
                  <a:schemeClr val="tx1"/>
                </a:solidFill>
              </a:rPr>
              <a:t>Support</a:t>
            </a:r>
          </a:p>
        </p:txBody>
      </p:sp>
      <p:sp>
        <p:nvSpPr>
          <p:cNvPr id="61" name="Rectangle 60"/>
          <p:cNvSpPr/>
          <p:nvPr/>
        </p:nvSpPr>
        <p:spPr>
          <a:xfrm>
            <a:off x="5461112" y="5254644"/>
            <a:ext cx="3319200" cy="565200"/>
          </a:xfrm>
          <a:prstGeom prst="rect">
            <a:avLst/>
          </a:prstGeom>
          <a:solidFill>
            <a:schemeClr val="bg2">
              <a:alpha val="20000"/>
            </a:schemeClr>
          </a:solidFill>
          <a:ln w="0">
            <a:solidFill>
              <a:srgbClr val="D1D5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rPr>
              <a:t>Application</a:t>
            </a:r>
            <a:r>
              <a:rPr lang="en-US" sz="2800" dirty="0"/>
              <a:t> </a:t>
            </a:r>
            <a:r>
              <a:rPr lang="en-US" sz="2800" b="1" dirty="0">
                <a:solidFill>
                  <a:schemeClr val="tx1"/>
                </a:solidFill>
              </a:rPr>
              <a:t>Support</a:t>
            </a:r>
          </a:p>
        </p:txBody>
      </p:sp>
      <p:grpSp>
        <p:nvGrpSpPr>
          <p:cNvPr id="62" name="Group 61"/>
          <p:cNvGrpSpPr/>
          <p:nvPr/>
        </p:nvGrpSpPr>
        <p:grpSpPr>
          <a:xfrm>
            <a:off x="3675512" y="5819002"/>
            <a:ext cx="6476400" cy="565200"/>
            <a:chOff x="2894012" y="5847507"/>
            <a:chExt cx="6476400" cy="565200"/>
          </a:xfrm>
          <a:noFill/>
        </p:grpSpPr>
        <p:sp>
          <p:nvSpPr>
            <p:cNvPr id="63" name="Rectangle 62"/>
            <p:cNvSpPr/>
            <p:nvPr/>
          </p:nvSpPr>
          <p:spPr>
            <a:xfrm>
              <a:off x="2894012" y="5847507"/>
              <a:ext cx="1785600" cy="565200"/>
            </a:xfrm>
            <a:prstGeom prst="rect">
              <a:avLst/>
            </a:prstGeom>
            <a:grpFill/>
            <a:ln w="0">
              <a:solidFill>
                <a:srgbClr val="D1D5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solidFill>
                    <a:schemeClr val="tx1"/>
                  </a:solidFill>
                </a:rPr>
                <a:t>Fred</a:t>
              </a:r>
            </a:p>
          </p:txBody>
        </p:sp>
        <p:sp>
          <p:nvSpPr>
            <p:cNvPr id="64" name="Rectangle 63"/>
            <p:cNvSpPr/>
            <p:nvPr/>
          </p:nvSpPr>
          <p:spPr>
            <a:xfrm>
              <a:off x="7998812" y="5847507"/>
              <a:ext cx="1371600" cy="565200"/>
            </a:xfrm>
            <a:prstGeom prst="rect">
              <a:avLst/>
            </a:prstGeom>
            <a:grpFill/>
            <a:ln w="0">
              <a:solidFill>
                <a:srgbClr val="D1D5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solidFill>
                    <a:schemeClr val="tx1"/>
                  </a:solidFill>
                </a:rPr>
                <a:t>15,000</a:t>
              </a:r>
            </a:p>
          </p:txBody>
        </p:sp>
        <p:sp>
          <p:nvSpPr>
            <p:cNvPr id="65" name="Rectangle 64"/>
            <p:cNvSpPr/>
            <p:nvPr/>
          </p:nvSpPr>
          <p:spPr>
            <a:xfrm>
              <a:off x="4679612" y="5847507"/>
              <a:ext cx="3319200" cy="565200"/>
            </a:xfrm>
            <a:prstGeom prst="rect">
              <a:avLst/>
            </a:prstGeom>
            <a:grpFill/>
            <a:ln w="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rPr>
                <a:t>Software</a:t>
              </a:r>
              <a:r>
                <a:rPr lang="en-US" sz="2800" dirty="0"/>
                <a:t> </a:t>
              </a:r>
              <a:r>
                <a:rPr lang="en-US" sz="2800" b="1" dirty="0">
                  <a:solidFill>
                    <a:schemeClr val="tx1"/>
                  </a:solidFill>
                </a:rPr>
                <a:t>Support</a:t>
              </a:r>
            </a:p>
          </p:txBody>
        </p:sp>
      </p:grpSp>
      <p:grpSp>
        <p:nvGrpSpPr>
          <p:cNvPr id="66" name="Group 65"/>
          <p:cNvGrpSpPr/>
          <p:nvPr/>
        </p:nvGrpSpPr>
        <p:grpSpPr>
          <a:xfrm>
            <a:off x="3675512" y="3561570"/>
            <a:ext cx="6476400" cy="565200"/>
            <a:chOff x="2894012" y="3590075"/>
            <a:chExt cx="6476400" cy="565200"/>
          </a:xfrm>
        </p:grpSpPr>
        <p:sp>
          <p:nvSpPr>
            <p:cNvPr id="67" name="Rectangle 66"/>
            <p:cNvSpPr/>
            <p:nvPr/>
          </p:nvSpPr>
          <p:spPr>
            <a:xfrm>
              <a:off x="2894012" y="3590075"/>
              <a:ext cx="1785600" cy="565200"/>
            </a:xfrm>
            <a:prstGeom prst="rect">
              <a:avLst/>
            </a:prstGeom>
            <a:noFill/>
            <a:ln w="0">
              <a:solidFill>
                <a:srgbClr val="D1D5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solidFill>
                    <a:schemeClr val="tx1"/>
                  </a:solidFill>
                </a:rPr>
                <a:t>John</a:t>
              </a:r>
            </a:p>
          </p:txBody>
        </p:sp>
        <p:sp>
          <p:nvSpPr>
            <p:cNvPr id="68" name="Rectangle 67"/>
            <p:cNvSpPr/>
            <p:nvPr/>
          </p:nvSpPr>
          <p:spPr>
            <a:xfrm>
              <a:off x="7998812" y="3590075"/>
              <a:ext cx="1371600" cy="565200"/>
            </a:xfrm>
            <a:prstGeom prst="rect">
              <a:avLst/>
            </a:prstGeom>
            <a:noFill/>
            <a:ln w="0">
              <a:solidFill>
                <a:srgbClr val="D1D5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solidFill>
                    <a:schemeClr val="tx1"/>
                  </a:solidFill>
                </a:rPr>
                <a:t>15,000</a:t>
              </a:r>
            </a:p>
          </p:txBody>
        </p:sp>
      </p:grpSp>
      <p:grpSp>
        <p:nvGrpSpPr>
          <p:cNvPr id="69" name="Group 68"/>
          <p:cNvGrpSpPr/>
          <p:nvPr/>
        </p:nvGrpSpPr>
        <p:grpSpPr>
          <a:xfrm>
            <a:off x="3675512" y="4690286"/>
            <a:ext cx="6476400" cy="565200"/>
            <a:chOff x="2894012" y="4718791"/>
            <a:chExt cx="6476400" cy="565200"/>
          </a:xfrm>
          <a:noFill/>
        </p:grpSpPr>
        <p:sp>
          <p:nvSpPr>
            <p:cNvPr id="70" name="Rectangle 69"/>
            <p:cNvSpPr/>
            <p:nvPr/>
          </p:nvSpPr>
          <p:spPr>
            <a:xfrm>
              <a:off x="2894012" y="4718791"/>
              <a:ext cx="1785600" cy="565200"/>
            </a:xfrm>
            <a:prstGeom prst="rect">
              <a:avLst/>
            </a:prstGeom>
            <a:grpFill/>
            <a:ln w="0">
              <a:solidFill>
                <a:srgbClr val="D1D5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solidFill>
                    <a:schemeClr val="tx1"/>
                  </a:solidFill>
                </a:rPr>
                <a:t>George</a:t>
              </a:r>
            </a:p>
          </p:txBody>
        </p:sp>
        <p:sp>
          <p:nvSpPr>
            <p:cNvPr id="71" name="Rectangle 70"/>
            <p:cNvSpPr/>
            <p:nvPr/>
          </p:nvSpPr>
          <p:spPr>
            <a:xfrm>
              <a:off x="7998812" y="4718791"/>
              <a:ext cx="1371600" cy="565200"/>
            </a:xfrm>
            <a:prstGeom prst="rect">
              <a:avLst/>
            </a:prstGeom>
            <a:grpFill/>
            <a:ln w="0">
              <a:solidFill>
                <a:srgbClr val="D1D5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solidFill>
                    <a:schemeClr val="tx1"/>
                  </a:solidFill>
                </a:rPr>
                <a:t>15,000</a:t>
              </a:r>
            </a:p>
          </p:txBody>
        </p:sp>
      </p:grpSp>
      <p:grpSp>
        <p:nvGrpSpPr>
          <p:cNvPr id="72" name="Group 71"/>
          <p:cNvGrpSpPr/>
          <p:nvPr/>
        </p:nvGrpSpPr>
        <p:grpSpPr>
          <a:xfrm>
            <a:off x="3675512" y="5254644"/>
            <a:ext cx="6476400" cy="565200"/>
            <a:chOff x="2894012" y="5283149"/>
            <a:chExt cx="6476400" cy="565200"/>
          </a:xfrm>
          <a:noFill/>
        </p:grpSpPr>
        <p:sp>
          <p:nvSpPr>
            <p:cNvPr id="73" name="Rectangle 72"/>
            <p:cNvSpPr/>
            <p:nvPr/>
          </p:nvSpPr>
          <p:spPr>
            <a:xfrm>
              <a:off x="2894012" y="5283149"/>
              <a:ext cx="1785600" cy="565200"/>
            </a:xfrm>
            <a:prstGeom prst="rect">
              <a:avLst/>
            </a:prstGeom>
            <a:grpFill/>
            <a:ln w="0">
              <a:solidFill>
                <a:srgbClr val="D1D5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solidFill>
                    <a:schemeClr val="tx1"/>
                  </a:solidFill>
                </a:rPr>
                <a:t>Lila</a:t>
              </a:r>
            </a:p>
          </p:txBody>
        </p:sp>
        <p:sp>
          <p:nvSpPr>
            <p:cNvPr id="74" name="Rectangle 73"/>
            <p:cNvSpPr/>
            <p:nvPr/>
          </p:nvSpPr>
          <p:spPr>
            <a:xfrm>
              <a:off x="7998812" y="5283149"/>
              <a:ext cx="1371600" cy="565200"/>
            </a:xfrm>
            <a:prstGeom prst="rect">
              <a:avLst/>
            </a:prstGeom>
            <a:grpFill/>
            <a:ln w="0">
              <a:solidFill>
                <a:srgbClr val="D1D5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solidFill>
                    <a:schemeClr val="tx1"/>
                  </a:solidFill>
                </a:rPr>
                <a:t>5,000</a:t>
              </a:r>
            </a:p>
          </p:txBody>
        </p:sp>
      </p:grpSp>
      <p:sp>
        <p:nvSpPr>
          <p:cNvPr id="75" name="AutoShape 7"/>
          <p:cNvSpPr>
            <a:spLocks noChangeArrowheads="1"/>
          </p:cNvSpPr>
          <p:nvPr/>
        </p:nvSpPr>
        <p:spPr bwMode="auto">
          <a:xfrm>
            <a:off x="1823576" y="3698999"/>
            <a:ext cx="1600706" cy="552520"/>
          </a:xfrm>
          <a:prstGeom prst="wedgeRoundRectCallout">
            <a:avLst>
              <a:gd name="adj1" fmla="val 60245"/>
              <a:gd name="adj2" fmla="val 25683"/>
              <a:gd name="adj3" fmla="val 16667"/>
            </a:avLst>
          </a:prstGeom>
          <a:solidFill>
            <a:schemeClr val="tx1">
              <a:alpha val="80000"/>
            </a:schemeClr>
          </a:solidFill>
          <a:ln w="19050">
            <a:solidFill>
              <a:schemeClr val="tx1">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noProof="1">
                <a:solidFill>
                  <a:srgbClr val="FFFFFF"/>
                </a:solidFill>
                <a:effectLst>
                  <a:outerShdw blurRad="38100" dist="38100" dir="2700000" algn="tl">
                    <a:srgbClr val="000000">
                      <a:alpha val="43137"/>
                    </a:srgbClr>
                  </a:outerShdw>
                </a:effectLst>
              </a:rPr>
              <a:t>Single row</a:t>
            </a:r>
          </a:p>
        </p:txBody>
      </p:sp>
      <p:sp>
        <p:nvSpPr>
          <p:cNvPr id="76" name="AutoShape 7"/>
          <p:cNvSpPr>
            <a:spLocks noChangeArrowheads="1"/>
          </p:cNvSpPr>
          <p:nvPr/>
        </p:nvSpPr>
        <p:spPr bwMode="auto">
          <a:xfrm>
            <a:off x="8610074" y="1921928"/>
            <a:ext cx="2624805" cy="431048"/>
          </a:xfrm>
          <a:prstGeom prst="wedgeRoundRectCallout">
            <a:avLst>
              <a:gd name="adj1" fmla="val -56227"/>
              <a:gd name="adj2" fmla="val 37537"/>
              <a:gd name="adj3" fmla="val 16667"/>
            </a:avLst>
          </a:prstGeom>
          <a:solidFill>
            <a:schemeClr val="tx1">
              <a:alpha val="80000"/>
            </a:schemeClr>
          </a:solidFill>
          <a:ln w="19050">
            <a:solidFill>
              <a:schemeClr val="tx1">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noProof="1">
                <a:solidFill>
                  <a:srgbClr val="FFFFFF"/>
                </a:solidFill>
                <a:effectLst>
                  <a:outerShdw blurRad="38100" dist="38100" dir="2700000" algn="tl">
                    <a:srgbClr val="000000">
                      <a:alpha val="43137"/>
                    </a:srgbClr>
                  </a:outerShdw>
                </a:effectLst>
              </a:rPr>
              <a:t>Grouping column</a:t>
            </a:r>
          </a:p>
        </p:txBody>
      </p:sp>
      <p:sp>
        <p:nvSpPr>
          <p:cNvPr id="77" name="AutoShape 7"/>
          <p:cNvSpPr>
            <a:spLocks noChangeArrowheads="1"/>
          </p:cNvSpPr>
          <p:nvPr/>
        </p:nvSpPr>
        <p:spPr bwMode="auto">
          <a:xfrm>
            <a:off x="10363299" y="3698999"/>
            <a:ext cx="1735544" cy="847883"/>
          </a:xfrm>
          <a:prstGeom prst="wedgeRoundRectCallout">
            <a:avLst>
              <a:gd name="adj1" fmla="val -58540"/>
              <a:gd name="adj2" fmla="val 24960"/>
              <a:gd name="adj3" fmla="val 16667"/>
            </a:avLst>
          </a:prstGeom>
          <a:solidFill>
            <a:schemeClr val="tx1">
              <a:alpha val="80000"/>
            </a:schemeClr>
          </a:solidFill>
          <a:ln w="19050">
            <a:solidFill>
              <a:schemeClr val="tx1">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400" b="1" noProof="1">
                <a:solidFill>
                  <a:srgbClr val="FFFFFF"/>
                </a:solidFill>
                <a:effectLst>
                  <a:outerShdw blurRad="38100" dist="38100" dir="2700000" algn="tl">
                    <a:srgbClr val="000000">
                      <a:alpha val="43137"/>
                    </a:srgbClr>
                  </a:outerShdw>
                </a:effectLst>
              </a:rPr>
              <a:t>Can be aggregated</a:t>
            </a:r>
          </a:p>
        </p:txBody>
      </p:sp>
      <p:sp>
        <p:nvSpPr>
          <p:cNvPr id="34" name="Slide Number">
            <a:extLst>
              <a:ext uri="{FF2B5EF4-FFF2-40B4-BE49-F238E27FC236}">
                <a16:creationId xmlns:a16="http://schemas.microsoft.com/office/drawing/2014/main" id="{6CC28B9B-58FE-44CB-98D7-BCAD5E36C139}"/>
              </a:ext>
            </a:extLst>
          </p:cNvPr>
          <p:cNvSpPr txBox="1">
            <a:spLocks/>
          </p:cNvSpPr>
          <p:nvPr/>
        </p:nvSpPr>
        <p:spPr>
          <a:xfrm>
            <a:off x="11811000" y="6464819"/>
            <a:ext cx="367414" cy="297000"/>
          </a:xfrm>
          <a:prstGeom prst="rect">
            <a:avLst/>
          </a:prstGeom>
        </p:spPr>
        <p:txBody>
          <a:bodyPr vert="horz" lIns="91440" tIns="45720" rIns="91440" bIns="45720" rtlCol="0" anchor="b"/>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BF067CD-8E6B-4360-9AA8-C5DF2A48A6D1}" type="slidenum">
              <a:rPr lang="en-US" smtClean="0"/>
              <a:pPr/>
              <a:t>12</a:t>
            </a:fld>
            <a:endParaRPr lang="en-US" dirty="0"/>
          </a:p>
        </p:txBody>
      </p:sp>
    </p:spTree>
    <p:extLst>
      <p:ext uri="{BB962C8B-B14F-4D97-AF65-F5344CB8AC3E}">
        <p14:creationId xmlns:p14="http://schemas.microsoft.com/office/powerpoint/2010/main" val="2809045643"/>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50" grpId="0" animBg="1"/>
      <p:bldP spid="51" grpId="0" animBg="1"/>
      <p:bldP spid="53" grpId="0" animBg="1"/>
      <p:bldP spid="54" grpId="0" animBg="1"/>
      <p:bldP spid="55" grpId="0" animBg="1"/>
      <p:bldP spid="56" grpId="0" animBg="1"/>
      <p:bldP spid="57" grpId="0" animBg="1"/>
      <p:bldP spid="58" grpId="0" animBg="1"/>
      <p:bldP spid="59" grpId="0" animBg="1"/>
      <p:bldP spid="60" grpId="0" animBg="1"/>
      <p:bldP spid="61" grpId="0" animBg="1"/>
      <p:bldP spid="75" grpId="0" animBg="1"/>
      <p:bldP spid="76" grpId="0" animBg="1"/>
      <p:bldP spid="7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p:cNvSpPr>
            <a:spLocks noGrp="1"/>
          </p:cNvSpPr>
          <p:nvPr>
            <p:ph idx="10"/>
          </p:nvPr>
        </p:nvSpPr>
        <p:spPr>
          <a:xfrm>
            <a:off x="80670" y="1196130"/>
            <a:ext cx="11818096" cy="5201066"/>
          </a:xfrm>
        </p:spPr>
        <p:txBody>
          <a:bodyPr/>
          <a:lstStyle/>
          <a:p>
            <a:pPr>
              <a:buClr>
                <a:schemeClr val="tx1"/>
              </a:buClr>
            </a:pPr>
            <a:r>
              <a:rPr lang="en-US" b="1" dirty="0">
                <a:solidFill>
                  <a:schemeClr val="bg1"/>
                </a:solidFill>
                <a:latin typeface="Consolas" panose="020B0609020204030204" pitchFamily="49" charset="0"/>
              </a:rPr>
              <a:t>GROUP</a:t>
            </a:r>
            <a:r>
              <a:rPr lang="en-US" b="1" dirty="0">
                <a:solidFill>
                  <a:schemeClr val="bg1"/>
                </a:solidFill>
                <a:latin typeface="+mj-lt"/>
              </a:rPr>
              <a:t> </a:t>
            </a:r>
            <a:r>
              <a:rPr lang="en-US" b="1" dirty="0">
                <a:solidFill>
                  <a:schemeClr val="bg1"/>
                </a:solidFill>
                <a:latin typeface="Consolas" panose="020B0609020204030204" pitchFamily="49" charset="0"/>
              </a:rPr>
              <a:t>BY</a:t>
            </a:r>
            <a:r>
              <a:rPr lang="en-US" dirty="0"/>
              <a:t> allows you to get each </a:t>
            </a:r>
            <a:r>
              <a:rPr lang="en-US" b="1" dirty="0">
                <a:solidFill>
                  <a:schemeClr val="bg1"/>
                </a:solidFill>
              </a:rPr>
              <a:t>separate group </a:t>
            </a:r>
            <a:r>
              <a:rPr lang="en-US" dirty="0"/>
              <a:t>and use </a:t>
            </a:r>
            <a:br>
              <a:rPr lang="en-US" dirty="0"/>
            </a:br>
            <a:r>
              <a:rPr lang="en-US" dirty="0"/>
              <a:t>an "</a:t>
            </a:r>
            <a:r>
              <a:rPr lang="en-US" b="1" dirty="0">
                <a:solidFill>
                  <a:schemeClr val="bg1"/>
                </a:solidFill>
              </a:rPr>
              <a:t>aggregate</a:t>
            </a:r>
            <a:r>
              <a:rPr lang="en-US" dirty="0"/>
              <a:t>" function over it (like </a:t>
            </a:r>
            <a:r>
              <a:rPr lang="en-US" b="1" dirty="0">
                <a:solidFill>
                  <a:schemeClr val="bg1"/>
                </a:solidFill>
                <a:latin typeface="Consolas" panose="020B0609020204030204" pitchFamily="49" charset="0"/>
              </a:rPr>
              <a:t>Average</a:t>
            </a:r>
            <a:r>
              <a:rPr lang="en-US" dirty="0"/>
              <a:t>, </a:t>
            </a:r>
            <a:r>
              <a:rPr lang="en-US" b="1" dirty="0">
                <a:solidFill>
                  <a:schemeClr val="bg1"/>
                </a:solidFill>
                <a:latin typeface="Consolas" panose="020B0609020204030204" pitchFamily="49" charset="0"/>
              </a:rPr>
              <a:t>Min</a:t>
            </a:r>
            <a:r>
              <a:rPr lang="en-US" dirty="0"/>
              <a:t> or </a:t>
            </a:r>
            <a:r>
              <a:rPr lang="en-US" b="1" dirty="0">
                <a:solidFill>
                  <a:schemeClr val="bg1"/>
                </a:solidFill>
                <a:latin typeface="Consolas" panose="020B0609020204030204" pitchFamily="49" charset="0"/>
              </a:rPr>
              <a:t>Max</a:t>
            </a:r>
            <a:r>
              <a:rPr lang="en-US" dirty="0"/>
              <a:t>):</a:t>
            </a:r>
          </a:p>
          <a:p>
            <a:endParaRPr lang="en-US" dirty="0"/>
          </a:p>
          <a:p>
            <a:endParaRPr lang="en-US" dirty="0"/>
          </a:p>
          <a:p>
            <a:endParaRPr lang="en-US" dirty="0"/>
          </a:p>
          <a:p>
            <a:pPr>
              <a:buClr>
                <a:schemeClr val="tx1"/>
              </a:buClr>
            </a:pPr>
            <a:r>
              <a:rPr lang="en-US" b="1" dirty="0">
                <a:solidFill>
                  <a:schemeClr val="bg1"/>
                </a:solidFill>
                <a:latin typeface="Consolas" panose="020B0609020204030204" pitchFamily="49" charset="0"/>
              </a:rPr>
              <a:t>DISTINCT</a:t>
            </a:r>
            <a:r>
              <a:rPr lang="en-US" dirty="0"/>
              <a:t> allows you to get </a:t>
            </a:r>
            <a:r>
              <a:rPr lang="en-US" b="1" dirty="0">
                <a:solidFill>
                  <a:schemeClr val="bg1"/>
                </a:solidFill>
              </a:rPr>
              <a:t>all unique </a:t>
            </a:r>
            <a:r>
              <a:rPr lang="en-US" dirty="0"/>
              <a:t>values:</a:t>
            </a:r>
          </a:p>
        </p:txBody>
      </p:sp>
      <p:sp>
        <p:nvSpPr>
          <p:cNvPr id="465922" name="Rectangle 2"/>
          <p:cNvSpPr>
            <a:spLocks noGrp="1" noChangeArrowheads="1"/>
          </p:cNvSpPr>
          <p:nvPr>
            <p:ph type="title"/>
          </p:nvPr>
        </p:nvSpPr>
        <p:spPr/>
        <p:txBody>
          <a:bodyPr/>
          <a:lstStyle/>
          <a:p>
            <a:r>
              <a:rPr lang="en-US" dirty="0"/>
              <a:t>Grouping</a:t>
            </a:r>
            <a:endParaRPr lang="bg-BG" dirty="0"/>
          </a:p>
        </p:txBody>
      </p:sp>
      <p:sp>
        <p:nvSpPr>
          <p:cNvPr id="10" name="Rectangle 9"/>
          <p:cNvSpPr>
            <a:spLocks noChangeArrowheads="1"/>
          </p:cNvSpPr>
          <p:nvPr/>
        </p:nvSpPr>
        <p:spPr bwMode="auto">
          <a:xfrm>
            <a:off x="817593" y="2430722"/>
            <a:ext cx="6403478" cy="1449628"/>
          </a:xfrm>
          <a:prstGeom prst="rect">
            <a:avLst/>
          </a:prstGeom>
          <a:solidFill>
            <a:schemeClr val="accent5">
              <a:lumMod val="40000"/>
              <a:lumOff val="60000"/>
              <a:alpha val="20000"/>
            </a:schemeClr>
          </a:solidFill>
          <a:ln w="12700">
            <a:solidFill>
              <a:schemeClr val="accent5">
                <a:lumMod val="60000"/>
                <a:lumOff val="40000"/>
              </a:schemeClr>
            </a:solidFill>
          </a:ln>
        </p:spPr>
        <p:txBody>
          <a:bodyPr wrap="square">
            <a:spAutoFit/>
          </a:bodyPr>
          <a:lstStyle/>
          <a:p>
            <a:pPr>
              <a:lnSpc>
                <a:spcPct val="105000"/>
              </a:lnSpc>
            </a:pPr>
            <a:r>
              <a:rPr lang="en-US" sz="2800" b="1" dirty="0">
                <a:latin typeface="Consolas" pitchFamily="49" charset="0"/>
                <a:cs typeface="Consolas" pitchFamily="49" charset="0"/>
              </a:rPr>
              <a:t>  SELECT e.</a:t>
            </a:r>
            <a:r>
              <a:rPr lang="en-US" sz="2800" b="1" noProof="1">
                <a:latin typeface="Consolas" pitchFamily="49" charset="0"/>
                <a:cs typeface="Consolas" pitchFamily="49" charset="0"/>
              </a:rPr>
              <a:t>DepartmentID</a:t>
            </a:r>
            <a:r>
              <a:rPr lang="en-US" sz="2800" b="1" dirty="0">
                <a:latin typeface="Consolas" pitchFamily="49" charset="0"/>
                <a:cs typeface="Consolas" pitchFamily="49" charset="0"/>
              </a:rPr>
              <a:t> </a:t>
            </a:r>
          </a:p>
          <a:p>
            <a:pPr>
              <a:lnSpc>
                <a:spcPct val="105000"/>
              </a:lnSpc>
            </a:pPr>
            <a:r>
              <a:rPr lang="en-US" sz="2800" b="1" dirty="0">
                <a:latin typeface="Consolas" pitchFamily="49" charset="0"/>
                <a:cs typeface="Consolas" pitchFamily="49" charset="0"/>
              </a:rPr>
              <a:t>    </a:t>
            </a:r>
            <a:r>
              <a:rPr lang="en-GB" sz="2800" b="1" dirty="0">
                <a:latin typeface="Consolas" pitchFamily="49" charset="0"/>
                <a:cs typeface="Consolas" pitchFamily="49" charset="0"/>
              </a:rPr>
              <a:t>FROM Employees AS e</a:t>
            </a:r>
          </a:p>
          <a:p>
            <a:pPr>
              <a:lnSpc>
                <a:spcPct val="105000"/>
              </a:lnSpc>
            </a:pPr>
            <a:r>
              <a:rPr lang="en-GB" sz="2800" b="1" dirty="0">
                <a:solidFill>
                  <a:schemeClr val="bg1"/>
                </a:solidFill>
                <a:latin typeface="Consolas" pitchFamily="49" charset="0"/>
                <a:cs typeface="Consolas" pitchFamily="49" charset="0"/>
              </a:rPr>
              <a:t>GROUP BY </a:t>
            </a:r>
            <a:r>
              <a:rPr lang="en-GB" sz="2800" b="1" dirty="0">
                <a:latin typeface="Consolas" pitchFamily="49" charset="0"/>
                <a:cs typeface="Consolas" pitchFamily="49" charset="0"/>
              </a:rPr>
              <a:t>e.</a:t>
            </a:r>
            <a:r>
              <a:rPr lang="en-US" sz="2800" b="1" noProof="1">
                <a:latin typeface="Consolas" pitchFamily="49" charset="0"/>
                <a:cs typeface="Consolas" pitchFamily="49" charset="0"/>
              </a:rPr>
              <a:t>DepartmentID</a:t>
            </a:r>
          </a:p>
        </p:txBody>
      </p:sp>
      <p:sp>
        <p:nvSpPr>
          <p:cNvPr id="13" name="Rectangle 9"/>
          <p:cNvSpPr>
            <a:spLocks noChangeArrowheads="1"/>
          </p:cNvSpPr>
          <p:nvPr/>
        </p:nvSpPr>
        <p:spPr bwMode="auto">
          <a:xfrm>
            <a:off x="816004" y="5173948"/>
            <a:ext cx="6405067" cy="997196"/>
          </a:xfrm>
          <a:prstGeom prst="rect">
            <a:avLst/>
          </a:prstGeom>
          <a:solidFill>
            <a:schemeClr val="accent5">
              <a:lumMod val="40000"/>
              <a:lumOff val="60000"/>
              <a:alpha val="20000"/>
            </a:schemeClr>
          </a:solidFill>
          <a:ln w="12700">
            <a:solidFill>
              <a:schemeClr val="accent5">
                <a:lumMod val="60000"/>
                <a:lumOff val="40000"/>
              </a:schemeClr>
            </a:solidFill>
          </a:ln>
        </p:spPr>
        <p:txBody>
          <a:bodyPr wrap="square">
            <a:spAutoFit/>
          </a:bodyPr>
          <a:lstStyle/>
          <a:p>
            <a:pPr>
              <a:lnSpc>
                <a:spcPct val="105000"/>
              </a:lnSpc>
            </a:pPr>
            <a:r>
              <a:rPr lang="en-US" sz="2800" b="1" dirty="0">
                <a:latin typeface="Consolas" pitchFamily="49" charset="0"/>
                <a:cs typeface="Consolas" pitchFamily="49" charset="0"/>
              </a:rPr>
              <a:t>SELECT </a:t>
            </a:r>
            <a:r>
              <a:rPr lang="en-US" sz="2800" b="1" dirty="0">
                <a:solidFill>
                  <a:schemeClr val="bg1"/>
                </a:solidFill>
                <a:latin typeface="Consolas" pitchFamily="49" charset="0"/>
                <a:cs typeface="Consolas" pitchFamily="49" charset="0"/>
              </a:rPr>
              <a:t>DISTINCT</a:t>
            </a:r>
            <a:r>
              <a:rPr lang="en-US" sz="2800" b="1" dirty="0">
                <a:latin typeface="Consolas" pitchFamily="49" charset="0"/>
                <a:cs typeface="Consolas" pitchFamily="49" charset="0"/>
              </a:rPr>
              <a:t> e.</a:t>
            </a:r>
            <a:r>
              <a:rPr lang="en-US" sz="2800" b="1" noProof="1">
                <a:latin typeface="Consolas" pitchFamily="49" charset="0"/>
                <a:cs typeface="Consolas" pitchFamily="49" charset="0"/>
              </a:rPr>
              <a:t>DepartmentID</a:t>
            </a:r>
            <a:r>
              <a:rPr lang="en-US" sz="2800" b="1" dirty="0">
                <a:latin typeface="Consolas" pitchFamily="49" charset="0"/>
                <a:cs typeface="Consolas" pitchFamily="49" charset="0"/>
              </a:rPr>
              <a:t> </a:t>
            </a:r>
            <a:br>
              <a:rPr lang="en-US" sz="2800" b="1" dirty="0">
                <a:latin typeface="Consolas" pitchFamily="49" charset="0"/>
                <a:cs typeface="Consolas" pitchFamily="49" charset="0"/>
              </a:rPr>
            </a:br>
            <a:r>
              <a:rPr lang="en-US" sz="2800" b="1" dirty="0">
                <a:latin typeface="Consolas" pitchFamily="49" charset="0"/>
                <a:cs typeface="Consolas" pitchFamily="49" charset="0"/>
              </a:rPr>
              <a:t>  </a:t>
            </a:r>
            <a:r>
              <a:rPr lang="en-GB" sz="2800" b="1" dirty="0">
                <a:latin typeface="Consolas" pitchFamily="49" charset="0"/>
                <a:cs typeface="Consolas" pitchFamily="49" charset="0"/>
              </a:rPr>
              <a:t>FROM Employees AS e</a:t>
            </a:r>
          </a:p>
        </p:txBody>
      </p:sp>
      <p:sp>
        <p:nvSpPr>
          <p:cNvPr id="14" name="AutoShape 7"/>
          <p:cNvSpPr>
            <a:spLocks noChangeArrowheads="1"/>
          </p:cNvSpPr>
          <p:nvPr/>
        </p:nvSpPr>
        <p:spPr bwMode="auto">
          <a:xfrm>
            <a:off x="7282462" y="5421037"/>
            <a:ext cx="1543257" cy="965779"/>
          </a:xfrm>
          <a:prstGeom prst="wedgeRoundRectCallout">
            <a:avLst>
              <a:gd name="adj1" fmla="val -74518"/>
              <a:gd name="adj2" fmla="val -31581"/>
              <a:gd name="adj3" fmla="val 16667"/>
            </a:avLst>
          </a:prstGeom>
          <a:solidFill>
            <a:schemeClr val="tx1">
              <a:alpha val="80000"/>
            </a:schemeClr>
          </a:solidFill>
          <a:ln w="19050">
            <a:solidFill>
              <a:schemeClr val="tx1">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b="1" noProof="1">
                <a:solidFill>
                  <a:srgbClr val="FFFFFF"/>
                </a:solidFill>
                <a:effectLst>
                  <a:outerShdw blurRad="38100" dist="38100" dir="2700000" algn="tl">
                    <a:srgbClr val="000000">
                      <a:alpha val="43137"/>
                    </a:srgbClr>
                  </a:outerShdw>
                </a:effectLst>
              </a:rPr>
              <a:t>Unique Values</a:t>
            </a:r>
          </a:p>
        </p:txBody>
      </p:sp>
      <p:sp>
        <p:nvSpPr>
          <p:cNvPr id="15" name="AutoShape 7"/>
          <p:cNvSpPr>
            <a:spLocks noChangeArrowheads="1"/>
          </p:cNvSpPr>
          <p:nvPr/>
        </p:nvSpPr>
        <p:spPr bwMode="auto">
          <a:xfrm>
            <a:off x="4486310" y="3880350"/>
            <a:ext cx="2796152" cy="571607"/>
          </a:xfrm>
          <a:prstGeom prst="wedgeRoundRectCallout">
            <a:avLst>
              <a:gd name="adj1" fmla="val -58008"/>
              <a:gd name="adj2" fmla="val -50284"/>
              <a:gd name="adj3" fmla="val 16667"/>
            </a:avLst>
          </a:prstGeom>
          <a:solidFill>
            <a:schemeClr val="tx1">
              <a:alpha val="80000"/>
            </a:schemeClr>
          </a:solidFill>
          <a:ln w="19050">
            <a:solidFill>
              <a:schemeClr val="tx1">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b="1" noProof="1">
                <a:solidFill>
                  <a:srgbClr val="FFFFFF"/>
                </a:solidFill>
                <a:effectLst>
                  <a:outerShdw blurRad="38100" dist="38100" dir="2700000" algn="tl">
                    <a:srgbClr val="000000">
                      <a:alpha val="43137"/>
                    </a:srgbClr>
                  </a:outerShdw>
                </a:effectLst>
              </a:rPr>
              <a:t>Group Columns</a:t>
            </a:r>
          </a:p>
        </p:txBody>
      </p:sp>
      <p:sp>
        <p:nvSpPr>
          <p:cNvPr id="9" name="Slide Number">
            <a:extLst>
              <a:ext uri="{FF2B5EF4-FFF2-40B4-BE49-F238E27FC236}">
                <a16:creationId xmlns:a16="http://schemas.microsoft.com/office/drawing/2014/main" id="{FB98E2A0-A813-4CE8-985B-0B96684A629B}"/>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13</a:t>
            </a:fld>
            <a:endParaRPr lang="en-US" noProof="0" dirty="0"/>
          </a:p>
        </p:txBody>
      </p:sp>
    </p:spTree>
    <p:extLst>
      <p:ext uri="{BB962C8B-B14F-4D97-AF65-F5344CB8AC3E}">
        <p14:creationId xmlns:p14="http://schemas.microsoft.com/office/powerpoint/2010/main" val="412587979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10"/>
          </p:nvPr>
        </p:nvSpPr>
        <p:spPr/>
        <p:txBody>
          <a:bodyPr/>
          <a:lstStyle/>
          <a:p>
            <a:r>
              <a:rPr lang="en-US" dirty="0"/>
              <a:t>Use "</a:t>
            </a:r>
            <a:r>
              <a:rPr lang="en-US" b="1" noProof="1">
                <a:solidFill>
                  <a:schemeClr val="bg1"/>
                </a:solidFill>
                <a:latin typeface="Consolas" panose="020B0609020204030204" pitchFamily="49" charset="0"/>
              </a:rPr>
              <a:t>SoftUni</a:t>
            </a:r>
            <a:r>
              <a:rPr lang="en-US" dirty="0"/>
              <a:t>" </a:t>
            </a:r>
            <a:r>
              <a:rPr lang="en-US" b="1" dirty="0">
                <a:solidFill>
                  <a:schemeClr val="bg1"/>
                </a:solidFill>
              </a:rPr>
              <a:t>database</a:t>
            </a:r>
            <a:r>
              <a:rPr lang="en-US" dirty="0"/>
              <a:t> to create a query which prints the total sum of salaries for each department</a:t>
            </a:r>
          </a:p>
          <a:p>
            <a:pPr lvl="1"/>
            <a:r>
              <a:rPr lang="en-US" dirty="0"/>
              <a:t>Order them by </a:t>
            </a:r>
            <a:r>
              <a:rPr lang="en-US" b="1" noProof="1">
                <a:latin typeface="Consolas" panose="020B0609020204030204" pitchFamily="49" charset="0"/>
              </a:rPr>
              <a:t>DepartmentID</a:t>
            </a:r>
            <a:r>
              <a:rPr lang="en-US" noProof="1"/>
              <a:t> (ascending)</a:t>
            </a:r>
          </a:p>
        </p:txBody>
      </p:sp>
      <p:sp>
        <p:nvSpPr>
          <p:cNvPr id="4" name="Title 3"/>
          <p:cNvSpPr>
            <a:spLocks noGrp="1"/>
          </p:cNvSpPr>
          <p:nvPr>
            <p:ph type="title"/>
          </p:nvPr>
        </p:nvSpPr>
        <p:spPr/>
        <p:txBody>
          <a:bodyPr/>
          <a:lstStyle/>
          <a:p>
            <a:r>
              <a:rPr lang="en-US"/>
              <a:t>Problem: Departments Total Salaries</a:t>
            </a:r>
            <a:endParaRPr lang="en-US" dirty="0"/>
          </a:p>
        </p:txBody>
      </p:sp>
      <p:graphicFrame>
        <p:nvGraphicFramePr>
          <p:cNvPr id="11" name="Table 2"/>
          <p:cNvGraphicFramePr>
            <a:graphicFrameLocks noGrp="1"/>
          </p:cNvGraphicFramePr>
          <p:nvPr/>
        </p:nvGraphicFramePr>
        <p:xfrm>
          <a:off x="533401" y="2987298"/>
          <a:ext cx="5867399" cy="3200400"/>
        </p:xfrm>
        <a:graphic>
          <a:graphicData uri="http://schemas.openxmlformats.org/drawingml/2006/table">
            <a:tbl>
              <a:tblPr firstRow="1" bandRow="1">
                <a:tableStyleId>{912C8C85-51F0-491E-9774-3900AFEF0FD7}</a:tableStyleId>
              </a:tblPr>
              <a:tblGrid>
                <a:gridCol w="1466850">
                  <a:extLst>
                    <a:ext uri="{9D8B030D-6E8A-4147-A177-3AD203B41FA5}">
                      <a16:colId xmlns:a16="http://schemas.microsoft.com/office/drawing/2014/main" val="3180040124"/>
                    </a:ext>
                  </a:extLst>
                </a:gridCol>
                <a:gridCol w="2566988">
                  <a:extLst>
                    <a:ext uri="{9D8B030D-6E8A-4147-A177-3AD203B41FA5}">
                      <a16:colId xmlns:a16="http://schemas.microsoft.com/office/drawing/2014/main" val="3141524875"/>
                    </a:ext>
                  </a:extLst>
                </a:gridCol>
                <a:gridCol w="1833561">
                  <a:extLst>
                    <a:ext uri="{9D8B030D-6E8A-4147-A177-3AD203B41FA5}">
                      <a16:colId xmlns:a16="http://schemas.microsoft.com/office/drawing/2014/main" val="1915661299"/>
                    </a:ext>
                  </a:extLst>
                </a:gridCol>
              </a:tblGrid>
              <a:tr h="457200">
                <a:tc>
                  <a:txBody>
                    <a:bodyPr/>
                    <a:lstStyle/>
                    <a:p>
                      <a:r>
                        <a:rPr lang="en-US" dirty="0">
                          <a:solidFill>
                            <a:schemeClr val="tx1"/>
                          </a:solidFill>
                          <a:effectLst/>
                        </a:rPr>
                        <a:t>Employee</a:t>
                      </a:r>
                    </a:p>
                  </a:txBody>
                  <a:tcPr/>
                </a:tc>
                <a:tc>
                  <a:txBody>
                    <a:bodyPr/>
                    <a:lstStyle/>
                    <a:p>
                      <a:r>
                        <a:rPr lang="en-US" noProof="1">
                          <a:solidFill>
                            <a:schemeClr val="tx1"/>
                          </a:solidFill>
                          <a:effectLst/>
                        </a:rPr>
                        <a:t>DepartmentID</a:t>
                      </a:r>
                    </a:p>
                  </a:txBody>
                  <a:tcPr/>
                </a:tc>
                <a:tc>
                  <a:txBody>
                    <a:bodyPr/>
                    <a:lstStyle/>
                    <a:p>
                      <a:r>
                        <a:rPr lang="en-US" dirty="0">
                          <a:solidFill>
                            <a:schemeClr val="tx1"/>
                          </a:solidFill>
                          <a:effectLst/>
                        </a:rPr>
                        <a:t>Salary</a:t>
                      </a:r>
                    </a:p>
                  </a:txBody>
                  <a:tcPr/>
                </a:tc>
                <a:extLst>
                  <a:ext uri="{0D108BD9-81ED-4DB2-BD59-A6C34878D82A}">
                    <a16:rowId xmlns:a16="http://schemas.microsoft.com/office/drawing/2014/main" val="247495740"/>
                  </a:ext>
                </a:extLst>
              </a:tr>
              <a:tr h="457200">
                <a:tc>
                  <a:txBody>
                    <a:bodyPr/>
                    <a:lstStyle/>
                    <a:p>
                      <a:r>
                        <a:rPr lang="en-US" dirty="0">
                          <a:effectLst/>
                        </a:rPr>
                        <a:t>Adam</a:t>
                      </a:r>
                      <a:endParaRPr lang="en-US" dirty="0">
                        <a:solidFill>
                          <a:schemeClr val="tx1"/>
                        </a:solidFill>
                        <a:effectLst/>
                      </a:endParaRPr>
                    </a:p>
                  </a:txBody>
                  <a:tcPr/>
                </a:tc>
                <a:tc>
                  <a:txBody>
                    <a:bodyPr/>
                    <a:lstStyle/>
                    <a:p>
                      <a:r>
                        <a:rPr lang="en-US" dirty="0">
                          <a:effectLst/>
                        </a:rPr>
                        <a:t>1</a:t>
                      </a:r>
                      <a:endParaRPr lang="en-US" dirty="0">
                        <a:solidFill>
                          <a:schemeClr val="tx1"/>
                        </a:solidFill>
                        <a:effectLst/>
                      </a:endParaRPr>
                    </a:p>
                  </a:txBody>
                  <a:tcPr>
                    <a:solidFill>
                      <a:schemeClr val="accent2">
                        <a:lumMod val="20000"/>
                        <a:lumOff val="80000"/>
                      </a:schemeClr>
                    </a:solidFill>
                  </a:tcPr>
                </a:tc>
                <a:tc>
                  <a:txBody>
                    <a:bodyPr/>
                    <a:lstStyle/>
                    <a:p>
                      <a:r>
                        <a:rPr lang="en-US" dirty="0">
                          <a:effectLst/>
                        </a:rPr>
                        <a:t>5,000</a:t>
                      </a:r>
                      <a:endParaRPr lang="en-US" dirty="0">
                        <a:solidFill>
                          <a:schemeClr val="tx1"/>
                        </a:solidFill>
                        <a:effectLst/>
                      </a:endParaRPr>
                    </a:p>
                  </a:txBody>
                  <a:tcPr/>
                </a:tc>
                <a:extLst>
                  <a:ext uri="{0D108BD9-81ED-4DB2-BD59-A6C34878D82A}">
                    <a16:rowId xmlns:a16="http://schemas.microsoft.com/office/drawing/2014/main" val="3609066432"/>
                  </a:ext>
                </a:extLst>
              </a:tr>
              <a:tr h="457200">
                <a:tc>
                  <a:txBody>
                    <a:bodyPr/>
                    <a:lstStyle/>
                    <a:p>
                      <a:r>
                        <a:rPr lang="en-US" dirty="0">
                          <a:effectLst/>
                        </a:rPr>
                        <a:t>John</a:t>
                      </a:r>
                      <a:endParaRPr lang="en-US" dirty="0">
                        <a:solidFill>
                          <a:schemeClr val="tx1"/>
                        </a:solidFill>
                        <a:effectLst/>
                      </a:endParaRPr>
                    </a:p>
                  </a:txBody>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effectLst/>
                        </a:rPr>
                        <a:t>1</a:t>
                      </a:r>
                      <a:endParaRPr lang="en-US" dirty="0">
                        <a:solidFill>
                          <a:schemeClr val="tx1"/>
                        </a:solidFill>
                        <a:effectLst/>
                      </a:endParaRPr>
                    </a:p>
                  </a:txBody>
                  <a:tcPr>
                    <a:solidFill>
                      <a:schemeClr val="accent2">
                        <a:lumMod val="20000"/>
                        <a:lumOff val="80000"/>
                      </a:schemeClr>
                    </a:solidFill>
                  </a:tcPr>
                </a:tc>
                <a:tc>
                  <a:txBody>
                    <a:bodyPr/>
                    <a:lstStyle/>
                    <a:p>
                      <a:r>
                        <a:rPr lang="en-US" dirty="0">
                          <a:effectLst/>
                        </a:rPr>
                        <a:t>15,000</a:t>
                      </a:r>
                      <a:endParaRPr lang="en-US" dirty="0">
                        <a:solidFill>
                          <a:schemeClr val="tx1"/>
                        </a:solidFill>
                        <a:effectLst/>
                      </a:endParaRPr>
                    </a:p>
                  </a:txBody>
                  <a:tcPr/>
                </a:tc>
                <a:extLst>
                  <a:ext uri="{0D108BD9-81ED-4DB2-BD59-A6C34878D82A}">
                    <a16:rowId xmlns:a16="http://schemas.microsoft.com/office/drawing/2014/main" val="1287682195"/>
                  </a:ext>
                </a:extLst>
              </a:tr>
              <a:tr h="457200">
                <a:tc>
                  <a:txBody>
                    <a:bodyPr/>
                    <a:lstStyle/>
                    <a:p>
                      <a:r>
                        <a:rPr lang="en-US" dirty="0">
                          <a:effectLst/>
                        </a:rPr>
                        <a:t>Jane</a:t>
                      </a:r>
                      <a:endParaRPr lang="en-US" dirty="0">
                        <a:solidFill>
                          <a:schemeClr val="tx1"/>
                        </a:solidFill>
                        <a:effectLst/>
                      </a:endParaRPr>
                    </a:p>
                  </a:txBody>
                  <a:tcPr/>
                </a:tc>
                <a:tc>
                  <a:txBody>
                    <a:bodyPr/>
                    <a:lstStyle/>
                    <a:p>
                      <a:r>
                        <a:rPr lang="en-US" dirty="0">
                          <a:effectLst/>
                        </a:rPr>
                        <a:t>2</a:t>
                      </a:r>
                      <a:endParaRPr lang="en-US" dirty="0">
                        <a:solidFill>
                          <a:schemeClr val="tx1"/>
                        </a:solidFill>
                        <a:effectLst/>
                      </a:endParaRPr>
                    </a:p>
                  </a:txBody>
                  <a:tcPr>
                    <a:solidFill>
                      <a:schemeClr val="tx1">
                        <a:lumMod val="20000"/>
                        <a:lumOff val="80000"/>
                      </a:schemeClr>
                    </a:solidFill>
                  </a:tcPr>
                </a:tc>
                <a:tc>
                  <a:txBody>
                    <a:bodyPr/>
                    <a:lstStyle/>
                    <a:p>
                      <a:r>
                        <a:rPr lang="en-US" dirty="0">
                          <a:effectLst/>
                        </a:rPr>
                        <a:t>10,000</a:t>
                      </a:r>
                      <a:endParaRPr lang="en-US" dirty="0">
                        <a:solidFill>
                          <a:schemeClr val="tx1"/>
                        </a:solidFill>
                        <a:effectLst/>
                      </a:endParaRPr>
                    </a:p>
                  </a:txBody>
                  <a:tcPr/>
                </a:tc>
                <a:extLst>
                  <a:ext uri="{0D108BD9-81ED-4DB2-BD59-A6C34878D82A}">
                    <a16:rowId xmlns:a16="http://schemas.microsoft.com/office/drawing/2014/main" val="1053813033"/>
                  </a:ext>
                </a:extLst>
              </a:tr>
              <a:tr h="457200">
                <a:tc>
                  <a:txBody>
                    <a:bodyPr/>
                    <a:lstStyle/>
                    <a:p>
                      <a:r>
                        <a:rPr lang="en-US" dirty="0">
                          <a:effectLst/>
                        </a:rPr>
                        <a:t>George</a:t>
                      </a:r>
                      <a:endParaRPr lang="en-US" dirty="0">
                        <a:solidFill>
                          <a:schemeClr val="tx1"/>
                        </a:solidFill>
                        <a:effectLst/>
                      </a:endParaRPr>
                    </a:p>
                  </a:txBody>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effectLst/>
                        </a:rPr>
                        <a:t>2</a:t>
                      </a:r>
                      <a:endParaRPr lang="en-US" dirty="0">
                        <a:solidFill>
                          <a:schemeClr val="tx1"/>
                        </a:solidFill>
                        <a:effectLst/>
                      </a:endParaRPr>
                    </a:p>
                  </a:txBody>
                  <a:tcPr>
                    <a:solidFill>
                      <a:schemeClr val="tx1">
                        <a:lumMod val="20000"/>
                        <a:lumOff val="80000"/>
                      </a:schemeClr>
                    </a:solidFill>
                  </a:tcPr>
                </a:tc>
                <a:tc>
                  <a:txBody>
                    <a:bodyPr/>
                    <a:lstStyle/>
                    <a:p>
                      <a:r>
                        <a:rPr lang="en-US" dirty="0">
                          <a:effectLst/>
                        </a:rPr>
                        <a:t>15,000</a:t>
                      </a:r>
                      <a:endParaRPr lang="en-US" dirty="0">
                        <a:solidFill>
                          <a:schemeClr val="tx1"/>
                        </a:solidFill>
                        <a:effectLst/>
                      </a:endParaRPr>
                    </a:p>
                  </a:txBody>
                  <a:tcPr/>
                </a:tc>
                <a:extLst>
                  <a:ext uri="{0D108BD9-81ED-4DB2-BD59-A6C34878D82A}">
                    <a16:rowId xmlns:a16="http://schemas.microsoft.com/office/drawing/2014/main" val="2640231826"/>
                  </a:ext>
                </a:extLst>
              </a:tr>
              <a:tr h="457200">
                <a:tc>
                  <a:txBody>
                    <a:bodyPr/>
                    <a:lstStyle/>
                    <a:p>
                      <a:r>
                        <a:rPr lang="en-US" dirty="0">
                          <a:effectLst/>
                        </a:rPr>
                        <a:t>Lila</a:t>
                      </a:r>
                      <a:endParaRPr lang="en-US" dirty="0">
                        <a:solidFill>
                          <a:schemeClr val="tx1"/>
                        </a:solidFill>
                        <a:effectLst/>
                      </a:endParaRPr>
                    </a:p>
                  </a:txBody>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effectLst/>
                        </a:rPr>
                        <a:t>2</a:t>
                      </a:r>
                      <a:endParaRPr lang="en-US" dirty="0">
                        <a:solidFill>
                          <a:schemeClr val="tx1"/>
                        </a:solidFill>
                        <a:effectLst/>
                      </a:endParaRPr>
                    </a:p>
                  </a:txBody>
                  <a:tcPr>
                    <a:solidFill>
                      <a:schemeClr val="tx2">
                        <a:lumMod val="20000"/>
                        <a:lumOff val="80000"/>
                      </a:schemeClr>
                    </a:solidFill>
                  </a:tcPr>
                </a:tc>
                <a:tc>
                  <a:txBody>
                    <a:bodyPr/>
                    <a:lstStyle/>
                    <a:p>
                      <a:r>
                        <a:rPr lang="en-US" dirty="0">
                          <a:effectLst/>
                        </a:rPr>
                        <a:t>5,000</a:t>
                      </a:r>
                      <a:endParaRPr lang="en-US" dirty="0">
                        <a:solidFill>
                          <a:schemeClr val="tx1"/>
                        </a:solidFill>
                        <a:effectLst/>
                      </a:endParaRPr>
                    </a:p>
                  </a:txBody>
                  <a:tcPr/>
                </a:tc>
                <a:extLst>
                  <a:ext uri="{0D108BD9-81ED-4DB2-BD59-A6C34878D82A}">
                    <a16:rowId xmlns:a16="http://schemas.microsoft.com/office/drawing/2014/main" val="1267294716"/>
                  </a:ext>
                </a:extLst>
              </a:tr>
              <a:tr h="457200">
                <a:tc>
                  <a:txBody>
                    <a:bodyPr/>
                    <a:lstStyle/>
                    <a:p>
                      <a:r>
                        <a:rPr lang="en-US" dirty="0">
                          <a:effectLst/>
                        </a:rPr>
                        <a:t>Fred</a:t>
                      </a:r>
                      <a:endParaRPr lang="en-US" dirty="0">
                        <a:solidFill>
                          <a:schemeClr val="tx1"/>
                        </a:solidFill>
                        <a:effectLst/>
                      </a:endParaRPr>
                    </a:p>
                  </a:txBody>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effectLst/>
                        </a:rPr>
                        <a:t>3</a:t>
                      </a:r>
                      <a:endParaRPr lang="en-US" dirty="0">
                        <a:solidFill>
                          <a:schemeClr val="tx1"/>
                        </a:solidFill>
                        <a:effectLst/>
                      </a:endParaRPr>
                    </a:p>
                  </a:txBody>
                  <a:tcPr>
                    <a:solidFill>
                      <a:schemeClr val="accent1">
                        <a:lumMod val="20000"/>
                        <a:lumOff val="80000"/>
                      </a:schemeClr>
                    </a:solidFill>
                  </a:tcPr>
                </a:tc>
                <a:tc>
                  <a:txBody>
                    <a:bodyPr/>
                    <a:lstStyle/>
                    <a:p>
                      <a:r>
                        <a:rPr lang="en-US" dirty="0">
                          <a:effectLst/>
                        </a:rPr>
                        <a:t>15,000</a:t>
                      </a:r>
                      <a:endParaRPr lang="en-US" dirty="0">
                        <a:solidFill>
                          <a:schemeClr val="tx1"/>
                        </a:solidFill>
                        <a:effectLst/>
                      </a:endParaRPr>
                    </a:p>
                  </a:txBody>
                  <a:tcPr/>
                </a:tc>
                <a:extLst>
                  <a:ext uri="{0D108BD9-81ED-4DB2-BD59-A6C34878D82A}">
                    <a16:rowId xmlns:a16="http://schemas.microsoft.com/office/drawing/2014/main" val="934848964"/>
                  </a:ext>
                </a:extLst>
              </a:tr>
            </a:tbl>
          </a:graphicData>
        </a:graphic>
      </p:graphicFrame>
      <p:graphicFrame>
        <p:nvGraphicFramePr>
          <p:cNvPr id="12" name="Table 3"/>
          <p:cNvGraphicFramePr>
            <a:graphicFrameLocks noGrp="1"/>
          </p:cNvGraphicFramePr>
          <p:nvPr>
            <p:extLst>
              <p:ext uri="{D42A27DB-BD31-4B8C-83A1-F6EECF244321}">
                <p14:modId xmlns:p14="http://schemas.microsoft.com/office/powerpoint/2010/main" val="3523498303"/>
              </p:ext>
            </p:extLst>
          </p:nvPr>
        </p:nvGraphicFramePr>
        <p:xfrm>
          <a:off x="7427845" y="3988255"/>
          <a:ext cx="4267200" cy="1828800"/>
        </p:xfrm>
        <a:graphic>
          <a:graphicData uri="http://schemas.openxmlformats.org/drawingml/2006/table">
            <a:tbl>
              <a:tblPr firstRow="1" bandRow="1">
                <a:tableStyleId>{912C8C85-51F0-491E-9774-3900AFEF0FD7}</a:tableStyleId>
              </a:tblPr>
              <a:tblGrid>
                <a:gridCol w="2666999">
                  <a:extLst>
                    <a:ext uri="{9D8B030D-6E8A-4147-A177-3AD203B41FA5}">
                      <a16:colId xmlns:a16="http://schemas.microsoft.com/office/drawing/2014/main" val="1444822382"/>
                    </a:ext>
                  </a:extLst>
                </a:gridCol>
                <a:gridCol w="1600201">
                  <a:extLst>
                    <a:ext uri="{9D8B030D-6E8A-4147-A177-3AD203B41FA5}">
                      <a16:colId xmlns:a16="http://schemas.microsoft.com/office/drawing/2014/main" val="1109817519"/>
                    </a:ext>
                  </a:extLst>
                </a:gridCol>
              </a:tblGrid>
              <a:tr h="457200">
                <a:tc>
                  <a:txBody>
                    <a:bodyPr/>
                    <a:lstStyle/>
                    <a:p>
                      <a:r>
                        <a:rPr lang="en-US" noProof="1">
                          <a:solidFill>
                            <a:schemeClr val="tx1"/>
                          </a:solidFill>
                          <a:effectLst/>
                        </a:rPr>
                        <a:t>DepartmentID</a:t>
                      </a:r>
                    </a:p>
                  </a:txBody>
                  <a:tcPr/>
                </a:tc>
                <a:tc>
                  <a:txBody>
                    <a:bodyPr/>
                    <a:lstStyle/>
                    <a:p>
                      <a:r>
                        <a:rPr lang="en-US" dirty="0">
                          <a:solidFill>
                            <a:schemeClr val="tx1"/>
                          </a:solidFill>
                          <a:effectLst/>
                        </a:rPr>
                        <a:t>TotalSalary</a:t>
                      </a:r>
                    </a:p>
                  </a:txBody>
                  <a:tcPr/>
                </a:tc>
                <a:extLst>
                  <a:ext uri="{0D108BD9-81ED-4DB2-BD59-A6C34878D82A}">
                    <a16:rowId xmlns:a16="http://schemas.microsoft.com/office/drawing/2014/main" val="3449101239"/>
                  </a:ext>
                </a:extLst>
              </a:tr>
              <a:tr h="457200">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effectLst/>
                        </a:rPr>
                        <a:t>1</a:t>
                      </a:r>
                      <a:endParaRPr lang="en-US" dirty="0">
                        <a:solidFill>
                          <a:schemeClr val="tx1"/>
                        </a:solidFill>
                        <a:effectLst/>
                      </a:endParaRPr>
                    </a:p>
                  </a:txBody>
                  <a:tcPr/>
                </a:tc>
                <a:tc>
                  <a:txBody>
                    <a:bodyPr/>
                    <a:lstStyle/>
                    <a:p>
                      <a:r>
                        <a:rPr lang="en-US" dirty="0">
                          <a:effectLst/>
                        </a:rPr>
                        <a:t>20,000</a:t>
                      </a:r>
                      <a:endParaRPr lang="en-US" dirty="0">
                        <a:solidFill>
                          <a:schemeClr val="tx1"/>
                        </a:solidFill>
                        <a:effectLst/>
                      </a:endParaRPr>
                    </a:p>
                  </a:txBody>
                  <a:tcPr/>
                </a:tc>
                <a:extLst>
                  <a:ext uri="{0D108BD9-81ED-4DB2-BD59-A6C34878D82A}">
                    <a16:rowId xmlns:a16="http://schemas.microsoft.com/office/drawing/2014/main" val="2908875595"/>
                  </a:ext>
                </a:extLst>
              </a:tr>
              <a:tr h="457200">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effectLst/>
                        </a:rPr>
                        <a:t>2</a:t>
                      </a:r>
                      <a:endParaRPr lang="en-US" dirty="0">
                        <a:solidFill>
                          <a:schemeClr val="tx1"/>
                        </a:solidFill>
                        <a:effectLst/>
                      </a:endParaRPr>
                    </a:p>
                  </a:txBody>
                  <a:tcPr/>
                </a:tc>
                <a:tc>
                  <a:txBody>
                    <a:bodyPr/>
                    <a:lstStyle/>
                    <a:p>
                      <a:r>
                        <a:rPr lang="en-US" dirty="0">
                          <a:effectLst/>
                        </a:rPr>
                        <a:t>30,000</a:t>
                      </a:r>
                      <a:endParaRPr lang="en-US" dirty="0">
                        <a:solidFill>
                          <a:schemeClr val="tx1"/>
                        </a:solidFill>
                        <a:effectLst/>
                      </a:endParaRPr>
                    </a:p>
                  </a:txBody>
                  <a:tcPr/>
                </a:tc>
                <a:extLst>
                  <a:ext uri="{0D108BD9-81ED-4DB2-BD59-A6C34878D82A}">
                    <a16:rowId xmlns:a16="http://schemas.microsoft.com/office/drawing/2014/main" val="412535321"/>
                  </a:ext>
                </a:extLst>
              </a:tr>
              <a:tr h="457200">
                <a:tc>
                  <a:txBody>
                    <a:bodyPr/>
                    <a:lstStyle/>
                    <a:p>
                      <a:r>
                        <a:rPr lang="en-US" dirty="0">
                          <a:effectLst/>
                        </a:rPr>
                        <a:t>3</a:t>
                      </a:r>
                      <a:endParaRPr lang="en-US" dirty="0">
                        <a:solidFill>
                          <a:schemeClr val="tx1"/>
                        </a:solidFill>
                        <a:effectLst/>
                      </a:endParaRPr>
                    </a:p>
                  </a:txBody>
                  <a:tcPr/>
                </a:tc>
                <a:tc>
                  <a:txBody>
                    <a:bodyPr/>
                    <a:lstStyle/>
                    <a:p>
                      <a:r>
                        <a:rPr lang="en-US" dirty="0">
                          <a:effectLst/>
                        </a:rPr>
                        <a:t>15,000</a:t>
                      </a:r>
                      <a:endParaRPr lang="en-US" dirty="0">
                        <a:solidFill>
                          <a:schemeClr val="tx1"/>
                        </a:solidFill>
                        <a:effectLst/>
                      </a:endParaRPr>
                    </a:p>
                  </a:txBody>
                  <a:tcPr/>
                </a:tc>
                <a:extLst>
                  <a:ext uri="{0D108BD9-81ED-4DB2-BD59-A6C34878D82A}">
                    <a16:rowId xmlns:a16="http://schemas.microsoft.com/office/drawing/2014/main" val="3347448364"/>
                  </a:ext>
                </a:extLst>
              </a:tr>
            </a:tbl>
          </a:graphicData>
        </a:graphic>
      </p:graphicFrame>
      <p:sp>
        <p:nvSpPr>
          <p:cNvPr id="13" name="Right Arrow 15"/>
          <p:cNvSpPr/>
          <p:nvPr/>
        </p:nvSpPr>
        <p:spPr>
          <a:xfrm rot="1884745">
            <a:off x="6588566" y="3969489"/>
            <a:ext cx="598050" cy="373330"/>
          </a:xfrm>
          <a:prstGeom prst="rightArrow">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0" name="TextBox 5"/>
          <p:cNvSpPr txBox="1"/>
          <p:nvPr/>
        </p:nvSpPr>
        <p:spPr>
          <a:xfrm>
            <a:off x="800100" y="6387918"/>
            <a:ext cx="10591800" cy="369332"/>
          </a:xfrm>
          <a:prstGeom prst="rect">
            <a:avLst/>
          </a:prstGeom>
          <a:noFill/>
        </p:spPr>
        <p:txBody>
          <a:bodyPr wrap="square" rtlCol="0">
            <a:spAutoFit/>
          </a:bodyPr>
          <a:lstStyle/>
          <a:p>
            <a:pPr algn="ctr"/>
            <a:r>
              <a:rPr lang="en-US" dirty="0"/>
              <a:t>Check your solution here: </a:t>
            </a:r>
            <a:r>
              <a:rPr lang="en-US" u="sng" dirty="0">
                <a:solidFill>
                  <a:schemeClr val="bg1"/>
                </a:solidFill>
                <a:hlinkClick r:id="rId3">
                  <a:extLst>
                    <a:ext uri="{A12FA001-AC4F-418D-AE19-62706E023703}">
                      <ahyp:hlinkClr xmlns:ahyp="http://schemas.microsoft.com/office/drawing/2018/hyperlinkcolor" val="tx"/>
                    </a:ext>
                  </a:extLst>
                </a:hlinkClick>
              </a:rPr>
              <a:t>https://judge.softuni.org/Contests/Practice/Index/291#12</a:t>
            </a:r>
            <a:endParaRPr lang="en-US" u="sng" dirty="0">
              <a:solidFill>
                <a:schemeClr val="bg1"/>
              </a:solidFill>
            </a:endParaRPr>
          </a:p>
        </p:txBody>
      </p:sp>
      <p:sp>
        <p:nvSpPr>
          <p:cNvPr id="18" name="Right Arrow 15"/>
          <p:cNvSpPr/>
          <p:nvPr/>
        </p:nvSpPr>
        <p:spPr>
          <a:xfrm>
            <a:off x="6588565" y="4715990"/>
            <a:ext cx="598050" cy="373330"/>
          </a:xfrm>
          <a:prstGeom prst="rightArrow">
            <a:avLst/>
          </a:prstGeom>
          <a:solidFill>
            <a:schemeClr val="tx1">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9" name="Right Arrow 15"/>
          <p:cNvSpPr/>
          <p:nvPr/>
        </p:nvSpPr>
        <p:spPr>
          <a:xfrm rot="19680784">
            <a:off x="6570486" y="5397425"/>
            <a:ext cx="598050" cy="373330"/>
          </a:xfrm>
          <a:prstGeom prst="rightArrow">
            <a:avLst/>
          </a:prstGeom>
          <a:solidFill>
            <a:schemeClr val="bg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4" name="Slide Number">
            <a:extLst>
              <a:ext uri="{FF2B5EF4-FFF2-40B4-BE49-F238E27FC236}">
                <a16:creationId xmlns:a16="http://schemas.microsoft.com/office/drawing/2014/main" id="{99ECFE31-8E37-448A-A4C6-8BE47B4D6566}"/>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14</a:t>
            </a:fld>
            <a:endParaRPr lang="en-US" noProof="0" dirty="0"/>
          </a:p>
        </p:txBody>
      </p:sp>
    </p:spTree>
    <p:extLst>
      <p:ext uri="{BB962C8B-B14F-4D97-AF65-F5344CB8AC3E}">
        <p14:creationId xmlns:p14="http://schemas.microsoft.com/office/powerpoint/2010/main" val="1634385126"/>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8" grpId="0" animBg="1"/>
      <p:bldP spid="1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p:cNvSpPr>
            <a:spLocks noGrp="1"/>
          </p:cNvSpPr>
          <p:nvPr>
            <p:ph idx="10"/>
          </p:nvPr>
        </p:nvSpPr>
        <p:spPr/>
        <p:txBody>
          <a:bodyPr/>
          <a:lstStyle/>
          <a:p>
            <a:r>
              <a:rPr lang="en-US" dirty="0"/>
              <a:t>After </a:t>
            </a:r>
            <a:r>
              <a:rPr lang="en-US" b="1" dirty="0">
                <a:solidFill>
                  <a:schemeClr val="bg1"/>
                </a:solidFill>
              </a:rPr>
              <a:t>grouping </a:t>
            </a:r>
            <a:r>
              <a:rPr lang="en-US" dirty="0"/>
              <a:t>every employee </a:t>
            </a:r>
            <a:r>
              <a:rPr lang="en-US" b="1" dirty="0">
                <a:solidFill>
                  <a:schemeClr val="bg1"/>
                </a:solidFill>
              </a:rPr>
              <a:t>by</a:t>
            </a:r>
            <a:r>
              <a:rPr lang="en-US" dirty="0"/>
              <a:t> its </a:t>
            </a:r>
            <a:r>
              <a:rPr lang="en-US" b="1" dirty="0">
                <a:solidFill>
                  <a:schemeClr val="bg1"/>
                </a:solidFill>
              </a:rPr>
              <a:t>department</a:t>
            </a:r>
            <a:r>
              <a:rPr lang="en-US" b="1" dirty="0"/>
              <a:t>,</a:t>
            </a:r>
            <a:r>
              <a:rPr lang="en-US" b="1" dirty="0">
                <a:solidFill>
                  <a:schemeClr val="bg1"/>
                </a:solidFill>
              </a:rPr>
              <a:t> </a:t>
            </a:r>
            <a:r>
              <a:rPr lang="en-US" dirty="0"/>
              <a:t>we can use </a:t>
            </a:r>
            <a:br>
              <a:rPr lang="en-US" dirty="0"/>
            </a:br>
            <a:r>
              <a:rPr lang="en-US" dirty="0"/>
              <a:t>an </a:t>
            </a:r>
            <a:r>
              <a:rPr lang="en-US" b="1" dirty="0">
                <a:solidFill>
                  <a:schemeClr val="bg1"/>
                </a:solidFill>
              </a:rPr>
              <a:t>aggregate</a:t>
            </a:r>
            <a:r>
              <a:rPr lang="en-US" dirty="0"/>
              <a:t> </a:t>
            </a:r>
            <a:r>
              <a:rPr lang="en-US" b="1" dirty="0">
                <a:solidFill>
                  <a:schemeClr val="bg1"/>
                </a:solidFill>
              </a:rPr>
              <a:t>function</a:t>
            </a:r>
            <a:r>
              <a:rPr lang="en-US" dirty="0"/>
              <a:t> to calculate the total amount of money </a:t>
            </a:r>
            <a:br>
              <a:rPr lang="en-US" dirty="0"/>
            </a:br>
            <a:r>
              <a:rPr lang="en-US" dirty="0"/>
              <a:t>per group</a:t>
            </a:r>
          </a:p>
        </p:txBody>
      </p:sp>
      <p:sp>
        <p:nvSpPr>
          <p:cNvPr id="465922" name="Rectangle 2"/>
          <p:cNvSpPr>
            <a:spLocks noGrp="1" noChangeArrowheads="1"/>
          </p:cNvSpPr>
          <p:nvPr>
            <p:ph type="title"/>
          </p:nvPr>
        </p:nvSpPr>
        <p:spPr/>
        <p:txBody>
          <a:bodyPr/>
          <a:lstStyle/>
          <a:p>
            <a:r>
              <a:rPr lang="en-US"/>
              <a:t>Solution: Departments Total Salaries</a:t>
            </a:r>
            <a:endParaRPr lang="bg-BG" dirty="0"/>
          </a:p>
        </p:txBody>
      </p:sp>
      <p:sp>
        <p:nvSpPr>
          <p:cNvPr id="10" name="Rectangle 9"/>
          <p:cNvSpPr>
            <a:spLocks noChangeArrowheads="1"/>
          </p:cNvSpPr>
          <p:nvPr/>
        </p:nvSpPr>
        <p:spPr bwMode="auto">
          <a:xfrm>
            <a:off x="696000" y="3099747"/>
            <a:ext cx="8203408" cy="2354491"/>
          </a:xfrm>
          <a:prstGeom prst="rect">
            <a:avLst/>
          </a:prstGeom>
          <a:solidFill>
            <a:schemeClr val="accent5">
              <a:lumMod val="40000"/>
              <a:lumOff val="60000"/>
              <a:alpha val="20000"/>
            </a:schemeClr>
          </a:solidFill>
          <a:ln w="12700">
            <a:solidFill>
              <a:schemeClr val="accent5">
                <a:lumMod val="60000"/>
                <a:lumOff val="40000"/>
              </a:schemeClr>
            </a:solidFill>
          </a:ln>
        </p:spPr>
        <p:txBody>
          <a:bodyPr wrap="square">
            <a:spAutoFit/>
          </a:bodyPr>
          <a:lstStyle/>
          <a:p>
            <a:pPr>
              <a:lnSpc>
                <a:spcPct val="105000"/>
              </a:lnSpc>
            </a:pPr>
            <a:r>
              <a:rPr lang="en-US" sz="2800" b="1" noProof="1">
                <a:latin typeface="Consolas" pitchFamily="49" charset="0"/>
                <a:cs typeface="Consolas" pitchFamily="49" charset="0"/>
              </a:rPr>
              <a:t>SELECT e.DepartmentID, </a:t>
            </a:r>
          </a:p>
          <a:p>
            <a:pPr>
              <a:lnSpc>
                <a:spcPct val="105000"/>
              </a:lnSpc>
            </a:pPr>
            <a:r>
              <a:rPr lang="en-US" sz="2800" b="1" noProof="1">
                <a:latin typeface="Consolas" pitchFamily="49" charset="0"/>
                <a:cs typeface="Consolas" pitchFamily="49" charset="0"/>
              </a:rPr>
              <a:t>  </a:t>
            </a:r>
            <a:r>
              <a:rPr lang="en-US" sz="2800" b="1" noProof="1">
                <a:solidFill>
                  <a:schemeClr val="bg1"/>
                </a:solidFill>
                <a:latin typeface="Consolas" pitchFamily="49" charset="0"/>
                <a:cs typeface="Consolas" pitchFamily="49" charset="0"/>
              </a:rPr>
              <a:t>SUM</a:t>
            </a:r>
            <a:r>
              <a:rPr lang="en-US" sz="2800" b="1" noProof="1">
                <a:latin typeface="Consolas" pitchFamily="49" charset="0"/>
                <a:cs typeface="Consolas" pitchFamily="49" charset="0"/>
              </a:rPr>
              <a:t>(</a:t>
            </a:r>
            <a:r>
              <a:rPr lang="en-US" sz="2800" b="1" noProof="1">
                <a:solidFill>
                  <a:schemeClr val="bg1"/>
                </a:solidFill>
                <a:latin typeface="Consolas" pitchFamily="49" charset="0"/>
                <a:cs typeface="Consolas" pitchFamily="49" charset="0"/>
              </a:rPr>
              <a:t>e.Salary</a:t>
            </a:r>
            <a:r>
              <a:rPr lang="en-US" sz="2800" b="1" noProof="1">
                <a:latin typeface="Consolas" pitchFamily="49" charset="0"/>
                <a:cs typeface="Consolas" pitchFamily="49" charset="0"/>
              </a:rPr>
              <a:t>) AS </a:t>
            </a:r>
            <a:r>
              <a:rPr lang="en-US" sz="2800" b="1" noProof="1">
                <a:solidFill>
                  <a:schemeClr val="bg1"/>
                </a:solidFill>
                <a:latin typeface="Consolas" pitchFamily="49" charset="0"/>
                <a:cs typeface="Consolas" pitchFamily="49" charset="0"/>
              </a:rPr>
              <a:t>TotalSalary</a:t>
            </a:r>
          </a:p>
          <a:p>
            <a:pPr>
              <a:lnSpc>
                <a:spcPct val="105000"/>
              </a:lnSpc>
            </a:pPr>
            <a:r>
              <a:rPr lang="en-US" sz="2800" b="1" noProof="1">
                <a:latin typeface="Consolas" pitchFamily="49" charset="0"/>
                <a:cs typeface="Consolas" pitchFamily="49" charset="0"/>
              </a:rPr>
              <a:t>FROM Employees AS e</a:t>
            </a:r>
          </a:p>
          <a:p>
            <a:pPr>
              <a:lnSpc>
                <a:spcPct val="105000"/>
              </a:lnSpc>
            </a:pPr>
            <a:r>
              <a:rPr lang="en-US" sz="2800" b="1" noProof="1">
                <a:solidFill>
                  <a:schemeClr val="bg1"/>
                </a:solidFill>
                <a:latin typeface="Consolas" pitchFamily="49" charset="0"/>
                <a:cs typeface="Consolas" pitchFamily="49" charset="0"/>
              </a:rPr>
              <a:t>GROUP BY e.DepartmentID</a:t>
            </a:r>
          </a:p>
          <a:p>
            <a:pPr>
              <a:lnSpc>
                <a:spcPct val="105000"/>
              </a:lnSpc>
            </a:pPr>
            <a:r>
              <a:rPr lang="en-US" sz="2800" b="1" noProof="1">
                <a:latin typeface="Consolas" pitchFamily="49" charset="0"/>
                <a:cs typeface="Consolas" pitchFamily="49" charset="0"/>
              </a:rPr>
              <a:t>ORDER BY e.DepartmentID</a:t>
            </a:r>
          </a:p>
        </p:txBody>
      </p:sp>
      <p:sp>
        <p:nvSpPr>
          <p:cNvPr id="11" name="AutoShape 7"/>
          <p:cNvSpPr>
            <a:spLocks noChangeArrowheads="1"/>
          </p:cNvSpPr>
          <p:nvPr/>
        </p:nvSpPr>
        <p:spPr bwMode="auto">
          <a:xfrm>
            <a:off x="5404620" y="4098379"/>
            <a:ext cx="1944688" cy="520807"/>
          </a:xfrm>
          <a:prstGeom prst="wedgeRoundRectCallout">
            <a:avLst>
              <a:gd name="adj1" fmla="val -64774"/>
              <a:gd name="adj2" fmla="val -14626"/>
              <a:gd name="adj3" fmla="val 16667"/>
            </a:avLst>
          </a:prstGeom>
          <a:solidFill>
            <a:schemeClr val="tx1">
              <a:alpha val="80000"/>
            </a:schemeClr>
          </a:solidFill>
          <a:ln w="19050">
            <a:solidFill>
              <a:schemeClr val="tx1">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b="1" noProof="1">
                <a:solidFill>
                  <a:srgbClr val="FFFFFF"/>
                </a:solidFill>
                <a:effectLst>
                  <a:outerShdw blurRad="38100" dist="38100" dir="2700000" algn="tl">
                    <a:srgbClr val="000000">
                      <a:alpha val="43137"/>
                    </a:srgbClr>
                  </a:outerShdw>
                </a:effectLst>
              </a:rPr>
              <a:t>Table Alias</a:t>
            </a:r>
          </a:p>
        </p:txBody>
      </p:sp>
      <p:sp>
        <p:nvSpPr>
          <p:cNvPr id="13" name="AutoShape 7"/>
          <p:cNvSpPr>
            <a:spLocks noChangeArrowheads="1"/>
          </p:cNvSpPr>
          <p:nvPr/>
        </p:nvSpPr>
        <p:spPr bwMode="auto">
          <a:xfrm>
            <a:off x="6244408" y="3069000"/>
            <a:ext cx="2209800" cy="558485"/>
          </a:xfrm>
          <a:prstGeom prst="wedgeRoundRectCallout">
            <a:avLst>
              <a:gd name="adj1" fmla="val -62385"/>
              <a:gd name="adj2" fmla="val 38917"/>
              <a:gd name="adj3" fmla="val 16667"/>
            </a:avLst>
          </a:prstGeom>
          <a:solidFill>
            <a:schemeClr val="tx1">
              <a:alpha val="80000"/>
            </a:schemeClr>
          </a:solidFill>
          <a:ln w="19050">
            <a:solidFill>
              <a:schemeClr val="tx1">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b="1" noProof="1">
                <a:solidFill>
                  <a:srgbClr val="FFFFFF"/>
                </a:solidFill>
                <a:effectLst>
                  <a:outerShdw blurRad="38100" dist="38100" dir="2700000" algn="tl">
                    <a:srgbClr val="000000">
                      <a:alpha val="43137"/>
                    </a:srgbClr>
                  </a:outerShdw>
                </a:effectLst>
              </a:rPr>
              <a:t>Column Alias</a:t>
            </a:r>
          </a:p>
        </p:txBody>
      </p:sp>
      <p:sp>
        <p:nvSpPr>
          <p:cNvPr id="14" name="TextBox 5"/>
          <p:cNvSpPr txBox="1"/>
          <p:nvPr/>
        </p:nvSpPr>
        <p:spPr>
          <a:xfrm>
            <a:off x="762000" y="6320135"/>
            <a:ext cx="10591800" cy="369332"/>
          </a:xfrm>
          <a:prstGeom prst="rect">
            <a:avLst/>
          </a:prstGeom>
          <a:noFill/>
        </p:spPr>
        <p:txBody>
          <a:bodyPr wrap="square" rtlCol="0">
            <a:spAutoFit/>
          </a:bodyPr>
          <a:lstStyle/>
          <a:p>
            <a:pPr algn="ctr"/>
            <a:r>
              <a:rPr lang="en-US" dirty="0"/>
              <a:t>Check your solution here: </a:t>
            </a:r>
            <a:r>
              <a:rPr lang="en-US" u="sng" dirty="0">
                <a:solidFill>
                  <a:schemeClr val="bg1"/>
                </a:solidFill>
                <a:hlinkClick r:id="rId3">
                  <a:extLst>
                    <a:ext uri="{A12FA001-AC4F-418D-AE19-62706E023703}">
                      <ahyp:hlinkClr xmlns:ahyp="http://schemas.microsoft.com/office/drawing/2018/hyperlinkcolor" val="tx"/>
                    </a:ext>
                  </a:extLst>
                </a:hlinkClick>
              </a:rPr>
              <a:t>https://judge.softuni.org/Contests/Practice/Index/291#12</a:t>
            </a:r>
            <a:endParaRPr lang="en-US" u="sng" dirty="0">
              <a:solidFill>
                <a:schemeClr val="bg1"/>
              </a:solidFill>
            </a:endParaRPr>
          </a:p>
        </p:txBody>
      </p:sp>
      <p:sp>
        <p:nvSpPr>
          <p:cNvPr id="15" name="AutoShape 7"/>
          <p:cNvSpPr>
            <a:spLocks noChangeArrowheads="1"/>
          </p:cNvSpPr>
          <p:nvPr/>
        </p:nvSpPr>
        <p:spPr bwMode="auto">
          <a:xfrm>
            <a:off x="5569408" y="4882631"/>
            <a:ext cx="2796152" cy="571607"/>
          </a:xfrm>
          <a:prstGeom prst="wedgeRoundRectCallout">
            <a:avLst>
              <a:gd name="adj1" fmla="val -58644"/>
              <a:gd name="adj2" fmla="val -27891"/>
              <a:gd name="adj3" fmla="val 16667"/>
            </a:avLst>
          </a:prstGeom>
          <a:solidFill>
            <a:schemeClr val="tx1">
              <a:alpha val="80000"/>
            </a:schemeClr>
          </a:solidFill>
          <a:ln w="19050">
            <a:solidFill>
              <a:schemeClr val="tx1">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b="1" noProof="1">
                <a:solidFill>
                  <a:srgbClr val="FFFFFF"/>
                </a:solidFill>
                <a:effectLst>
                  <a:outerShdw blurRad="38100" dist="38100" dir="2700000" algn="tl">
                    <a:srgbClr val="000000">
                      <a:alpha val="43137"/>
                    </a:srgbClr>
                  </a:outerShdw>
                </a:effectLst>
              </a:rPr>
              <a:t>Group Columns</a:t>
            </a:r>
          </a:p>
        </p:txBody>
      </p:sp>
      <p:sp>
        <p:nvSpPr>
          <p:cNvPr id="12" name="Slide Number">
            <a:extLst>
              <a:ext uri="{FF2B5EF4-FFF2-40B4-BE49-F238E27FC236}">
                <a16:creationId xmlns:a16="http://schemas.microsoft.com/office/drawing/2014/main" id="{6FB2C0F4-242D-43AF-89F6-D3F7DD01467E}"/>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15</a:t>
            </a:fld>
            <a:endParaRPr lang="en-US" noProof="0" dirty="0"/>
          </a:p>
        </p:txBody>
      </p:sp>
    </p:spTree>
    <p:extLst>
      <p:ext uri="{BB962C8B-B14F-4D97-AF65-F5344CB8AC3E}">
        <p14:creationId xmlns:p14="http://schemas.microsoft.com/office/powerpoint/2010/main" val="149984188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p:bldP spid="1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6D0F6-5B81-4B18-9A89-7DE69ACC805B}"/>
              </a:ext>
            </a:extLst>
          </p:cNvPr>
          <p:cNvSpPr>
            <a:spLocks noGrp="1"/>
          </p:cNvSpPr>
          <p:nvPr>
            <p:ph type="title" sz="quarter" idx="10"/>
          </p:nvPr>
        </p:nvSpPr>
        <p:spPr/>
        <p:txBody>
          <a:bodyPr/>
          <a:lstStyle/>
          <a:p>
            <a:r>
              <a:rPr lang="en-US" dirty="0"/>
              <a:t>Aggregate Functions</a:t>
            </a:r>
          </a:p>
        </p:txBody>
      </p:sp>
      <p:pic>
        <p:nvPicPr>
          <p:cNvPr id="13" name="Picture 12"/>
          <p:cNvPicPr>
            <a:picLocks noChangeAspect="1"/>
          </p:cNvPicPr>
          <p:nvPr/>
        </p:nvPicPr>
        <p:blipFill>
          <a:blip r:embed="rId2" cstate="hqprint">
            <a:extLst>
              <a:ext uri="{BEBA8EAE-BF5A-486C-A8C5-ECC9F3942E4B}">
                <a14:imgProps xmlns:a14="http://schemas.microsoft.com/office/drawing/2010/main">
                  <a14:imgLayer r:embed="rId3">
                    <a14:imgEffect>
                      <a14:brightnessContrast bright="100000" contrast="-39000"/>
                    </a14:imgEffect>
                  </a14:imgLayer>
                </a14:imgProps>
              </a:ext>
              <a:ext uri="{28A0092B-C50C-407E-A947-70E740481C1C}">
                <a14:useLocalDpi xmlns:a14="http://schemas.microsoft.com/office/drawing/2010/main" val="0"/>
              </a:ext>
            </a:extLst>
          </a:blip>
          <a:stretch>
            <a:fillRect/>
          </a:stretch>
        </p:blipFill>
        <p:spPr>
          <a:xfrm>
            <a:off x="4742957" y="1224186"/>
            <a:ext cx="2706086" cy="2708845"/>
          </a:xfrm>
          <a:prstGeom prst="rect">
            <a:avLst/>
          </a:prstGeom>
        </p:spPr>
      </p:pic>
      <p:sp>
        <p:nvSpPr>
          <p:cNvPr id="4" name="Subtitle 3">
            <a:extLst>
              <a:ext uri="{FF2B5EF4-FFF2-40B4-BE49-F238E27FC236}">
                <a16:creationId xmlns:a16="http://schemas.microsoft.com/office/drawing/2014/main" id="{6EAF8AB2-7F8D-481A-A476-2157D44AAD1C}"/>
              </a:ext>
            </a:extLst>
          </p:cNvPr>
          <p:cNvSpPr>
            <a:spLocks noGrp="1"/>
          </p:cNvSpPr>
          <p:nvPr>
            <p:ph type="subTitle" sz="quarter" idx="11"/>
          </p:nvPr>
        </p:nvSpPr>
        <p:spPr>
          <a:xfrm>
            <a:off x="615109" y="5476619"/>
            <a:ext cx="10961783" cy="768084"/>
          </a:xfrm>
        </p:spPr>
        <p:txBody>
          <a:bodyPr/>
          <a:lstStyle/>
          <a:p>
            <a:r>
              <a:rPr lang="en-US" dirty="0"/>
              <a:t>COUNT, SUM, MAX, MIN, AVG…</a:t>
            </a:r>
          </a:p>
        </p:txBody>
      </p:sp>
    </p:spTree>
    <p:extLst>
      <p:ext uri="{BB962C8B-B14F-4D97-AF65-F5344CB8AC3E}">
        <p14:creationId xmlns:p14="http://schemas.microsoft.com/office/powerpoint/2010/main" val="2053224963"/>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Контейнер за съдържание 4"/>
          <p:cNvSpPr>
            <a:spLocks noGrp="1"/>
          </p:cNvSpPr>
          <p:nvPr>
            <p:ph idx="10"/>
          </p:nvPr>
        </p:nvSpPr>
        <p:spPr/>
        <p:txBody>
          <a:bodyPr>
            <a:normAutofit/>
          </a:bodyPr>
          <a:lstStyle/>
          <a:p>
            <a:r>
              <a:rPr lang="en-US" dirty="0"/>
              <a:t>Operate over (</a:t>
            </a:r>
            <a:r>
              <a:rPr lang="en-US" b="1" dirty="0">
                <a:solidFill>
                  <a:schemeClr val="bg1"/>
                </a:solidFill>
              </a:rPr>
              <a:t>non-empty</a:t>
            </a:r>
            <a:r>
              <a:rPr lang="en-US" dirty="0"/>
              <a:t>) </a:t>
            </a:r>
            <a:r>
              <a:rPr lang="en-US" b="1" dirty="0">
                <a:solidFill>
                  <a:schemeClr val="bg1"/>
                </a:solidFill>
              </a:rPr>
              <a:t>groups</a:t>
            </a:r>
          </a:p>
          <a:p>
            <a:r>
              <a:rPr lang="en-US" dirty="0"/>
              <a:t>Perform </a:t>
            </a:r>
            <a:r>
              <a:rPr lang="en-US" b="1" dirty="0">
                <a:solidFill>
                  <a:schemeClr val="bg1"/>
                </a:solidFill>
              </a:rPr>
              <a:t>data analysis </a:t>
            </a:r>
            <a:r>
              <a:rPr lang="en-US" dirty="0"/>
              <a:t>on each one</a:t>
            </a:r>
          </a:p>
          <a:p>
            <a:pPr lvl="1">
              <a:buClr>
                <a:schemeClr val="tx1"/>
              </a:buClr>
            </a:pPr>
            <a:r>
              <a:rPr lang="en-US" b="1" dirty="0">
                <a:solidFill>
                  <a:schemeClr val="bg1"/>
                </a:solidFill>
                <a:latin typeface="Consolas" panose="020B0609020204030204" pitchFamily="49" charset="0"/>
              </a:rPr>
              <a:t>MIN</a:t>
            </a:r>
            <a:r>
              <a:rPr lang="en-US" dirty="0"/>
              <a:t>, </a:t>
            </a:r>
            <a:r>
              <a:rPr lang="en-US" b="1" dirty="0">
                <a:solidFill>
                  <a:schemeClr val="bg1"/>
                </a:solidFill>
                <a:latin typeface="Consolas" panose="020B0609020204030204" pitchFamily="49" charset="0"/>
              </a:rPr>
              <a:t>MAX</a:t>
            </a:r>
            <a:r>
              <a:rPr lang="en-US" dirty="0"/>
              <a:t>, </a:t>
            </a:r>
            <a:r>
              <a:rPr lang="en-US" b="1" dirty="0">
                <a:solidFill>
                  <a:schemeClr val="bg1"/>
                </a:solidFill>
                <a:latin typeface="Consolas" panose="020B0609020204030204" pitchFamily="49" charset="0"/>
              </a:rPr>
              <a:t>AVG</a:t>
            </a:r>
            <a:r>
              <a:rPr lang="en-US" dirty="0"/>
              <a:t>, </a:t>
            </a:r>
            <a:r>
              <a:rPr lang="en-US" b="1" dirty="0">
                <a:solidFill>
                  <a:schemeClr val="bg1"/>
                </a:solidFill>
                <a:latin typeface="Consolas" panose="020B0609020204030204" pitchFamily="49" charset="0"/>
              </a:rPr>
              <a:t>COUNT</a:t>
            </a:r>
            <a:r>
              <a:rPr lang="en-US" dirty="0"/>
              <a:t>, etc.</a:t>
            </a:r>
            <a:br>
              <a:rPr lang="en-US" dirty="0"/>
            </a:br>
            <a:br>
              <a:rPr lang="en-US" dirty="0"/>
            </a:br>
            <a:br>
              <a:rPr lang="en-US" dirty="0"/>
            </a:br>
            <a:br>
              <a:rPr lang="en-US" dirty="0"/>
            </a:br>
            <a:br>
              <a:rPr lang="en-US" dirty="0"/>
            </a:br>
            <a:endParaRPr lang="en-US" dirty="0"/>
          </a:p>
          <a:p>
            <a:r>
              <a:rPr lang="en-US" dirty="0"/>
              <a:t>Aggregate functions usually </a:t>
            </a:r>
            <a:r>
              <a:rPr lang="en-US" b="1" dirty="0">
                <a:solidFill>
                  <a:schemeClr val="bg1"/>
                </a:solidFill>
              </a:rPr>
              <a:t>ignore </a:t>
            </a:r>
            <a:r>
              <a:rPr lang="en-US" b="1" dirty="0">
                <a:solidFill>
                  <a:schemeClr val="bg1"/>
                </a:solidFill>
                <a:latin typeface="Consolas" panose="020B0609020204030204" pitchFamily="49" charset="0"/>
              </a:rPr>
              <a:t>NULL</a:t>
            </a:r>
            <a:r>
              <a:rPr lang="en-US" b="1" dirty="0">
                <a:solidFill>
                  <a:schemeClr val="bg1"/>
                </a:solidFill>
              </a:rPr>
              <a:t> </a:t>
            </a:r>
            <a:r>
              <a:rPr lang="en-US" dirty="0"/>
              <a:t>values</a:t>
            </a:r>
          </a:p>
        </p:txBody>
      </p:sp>
      <p:sp>
        <p:nvSpPr>
          <p:cNvPr id="4" name="Заглавие 3"/>
          <p:cNvSpPr>
            <a:spLocks noGrp="1"/>
          </p:cNvSpPr>
          <p:nvPr>
            <p:ph type="title"/>
          </p:nvPr>
        </p:nvSpPr>
        <p:spPr/>
        <p:txBody>
          <a:bodyPr/>
          <a:lstStyle/>
          <a:p>
            <a:r>
              <a:rPr lang="en-US" dirty="0"/>
              <a:t>Aggregate Functions</a:t>
            </a:r>
          </a:p>
        </p:txBody>
      </p:sp>
      <p:sp>
        <p:nvSpPr>
          <p:cNvPr id="6" name="Rectangle 9"/>
          <p:cNvSpPr>
            <a:spLocks noChangeArrowheads="1"/>
          </p:cNvSpPr>
          <p:nvPr/>
        </p:nvSpPr>
        <p:spPr bwMode="auto">
          <a:xfrm>
            <a:off x="606000" y="3429000"/>
            <a:ext cx="5721626" cy="1902059"/>
          </a:xfrm>
          <a:prstGeom prst="rect">
            <a:avLst/>
          </a:prstGeom>
          <a:solidFill>
            <a:schemeClr val="accent5">
              <a:lumMod val="40000"/>
              <a:lumOff val="60000"/>
              <a:alpha val="20000"/>
            </a:schemeClr>
          </a:solidFill>
          <a:ln w="12700">
            <a:solidFill>
              <a:schemeClr val="accent5">
                <a:lumMod val="60000"/>
                <a:lumOff val="40000"/>
              </a:schemeClr>
            </a:solidFill>
          </a:ln>
        </p:spPr>
        <p:txBody>
          <a:bodyPr wrap="square">
            <a:spAutoFit/>
          </a:bodyPr>
          <a:lstStyle/>
          <a:p>
            <a:pPr>
              <a:lnSpc>
                <a:spcPct val="105000"/>
              </a:lnSpc>
            </a:pPr>
            <a:r>
              <a:rPr lang="en-US" sz="2800" b="1" noProof="1">
                <a:latin typeface="Consolas" pitchFamily="49" charset="0"/>
                <a:cs typeface="Consolas" pitchFamily="49" charset="0"/>
              </a:rPr>
              <a:t>SELECT e.DepartmentID, </a:t>
            </a:r>
          </a:p>
          <a:p>
            <a:pPr>
              <a:lnSpc>
                <a:spcPct val="105000"/>
              </a:lnSpc>
            </a:pPr>
            <a:r>
              <a:rPr lang="en-US" sz="2800" b="1" noProof="1">
                <a:latin typeface="Consolas" pitchFamily="49" charset="0"/>
                <a:cs typeface="Consolas" pitchFamily="49" charset="0"/>
              </a:rPr>
              <a:t> </a:t>
            </a:r>
            <a:r>
              <a:rPr lang="en-US" sz="2800" b="1" noProof="1">
                <a:solidFill>
                  <a:schemeClr val="bg1"/>
                </a:solidFill>
                <a:latin typeface="Consolas" pitchFamily="49" charset="0"/>
                <a:cs typeface="Consolas" pitchFamily="49" charset="0"/>
              </a:rPr>
              <a:t>MIN</a:t>
            </a:r>
            <a:r>
              <a:rPr lang="en-US" sz="2800" b="1" noProof="1">
                <a:latin typeface="Consolas" pitchFamily="49" charset="0"/>
                <a:cs typeface="Consolas" pitchFamily="49" charset="0"/>
              </a:rPr>
              <a:t>(</a:t>
            </a:r>
            <a:r>
              <a:rPr lang="en-US" sz="2800" b="1" noProof="1">
                <a:solidFill>
                  <a:schemeClr val="bg1"/>
                </a:solidFill>
                <a:latin typeface="Consolas" pitchFamily="49" charset="0"/>
                <a:cs typeface="Consolas" pitchFamily="49" charset="0"/>
              </a:rPr>
              <a:t>e.Salary</a:t>
            </a:r>
            <a:r>
              <a:rPr lang="en-US" sz="2800" b="1" noProof="1">
                <a:latin typeface="Consolas" pitchFamily="49" charset="0"/>
                <a:cs typeface="Consolas" pitchFamily="49" charset="0"/>
              </a:rPr>
              <a:t>) AS </a:t>
            </a:r>
            <a:r>
              <a:rPr lang="en-US" sz="2800" b="1" noProof="1">
                <a:solidFill>
                  <a:schemeClr val="bg1"/>
                </a:solidFill>
                <a:latin typeface="Consolas" pitchFamily="49" charset="0"/>
                <a:cs typeface="Consolas" pitchFamily="49" charset="0"/>
              </a:rPr>
              <a:t>MinSalary</a:t>
            </a:r>
          </a:p>
          <a:p>
            <a:pPr>
              <a:lnSpc>
                <a:spcPct val="105000"/>
              </a:lnSpc>
            </a:pPr>
            <a:r>
              <a:rPr lang="en-GB" sz="2800" b="1" dirty="0">
                <a:latin typeface="Consolas" pitchFamily="49" charset="0"/>
                <a:cs typeface="Consolas" pitchFamily="49" charset="0"/>
              </a:rPr>
              <a:t>FROM Employees AS e</a:t>
            </a:r>
          </a:p>
          <a:p>
            <a:pPr>
              <a:lnSpc>
                <a:spcPct val="105000"/>
              </a:lnSpc>
            </a:pPr>
            <a:r>
              <a:rPr lang="en-GB" sz="2800" b="1" dirty="0">
                <a:latin typeface="Consolas" pitchFamily="49" charset="0"/>
                <a:cs typeface="Consolas" pitchFamily="49" charset="0"/>
              </a:rPr>
              <a:t>GROUP BY </a:t>
            </a:r>
            <a:r>
              <a:rPr lang="en-US" sz="2800" b="1" noProof="1">
                <a:latin typeface="Consolas" pitchFamily="49" charset="0"/>
                <a:cs typeface="Consolas" pitchFamily="49" charset="0"/>
              </a:rPr>
              <a:t>e.DepartmentID</a:t>
            </a:r>
          </a:p>
        </p:txBody>
      </p:sp>
      <p:sp>
        <p:nvSpPr>
          <p:cNvPr id="15" name="Стрелка надясно 14"/>
          <p:cNvSpPr/>
          <p:nvPr/>
        </p:nvSpPr>
        <p:spPr>
          <a:xfrm>
            <a:off x="6776159" y="4151429"/>
            <a:ext cx="533400" cy="457200"/>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pic>
        <p:nvPicPr>
          <p:cNvPr id="16" name="Картина 15"/>
          <p:cNvPicPr>
            <a:picLocks noChangeAspect="1"/>
          </p:cNvPicPr>
          <p:nvPr/>
        </p:nvPicPr>
        <p:blipFill>
          <a:blip r:embed="rId3">
            <a:extLst>
              <a:ext uri="{28A0092B-C50C-407E-A947-70E740481C1C}">
                <a14:useLocalDpi xmlns:a14="http://schemas.microsoft.com/office/drawing/2010/main" val="0"/>
              </a:ext>
            </a:extLst>
          </a:blip>
          <a:srcRect/>
          <a:stretch/>
        </p:blipFill>
        <p:spPr>
          <a:xfrm>
            <a:off x="7761000" y="2790649"/>
            <a:ext cx="2979417" cy="2979417"/>
          </a:xfrm>
          <a:prstGeom prst="rect">
            <a:avLst/>
          </a:prstGeom>
        </p:spPr>
      </p:pic>
      <p:sp>
        <p:nvSpPr>
          <p:cNvPr id="7" name="Slide Number">
            <a:extLst>
              <a:ext uri="{FF2B5EF4-FFF2-40B4-BE49-F238E27FC236}">
                <a16:creationId xmlns:a16="http://schemas.microsoft.com/office/drawing/2014/main" id="{C3DF828E-309B-47CD-8E53-B8E066F04E8E}"/>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17</a:t>
            </a:fld>
            <a:endParaRPr lang="en-US" noProof="0" dirty="0"/>
          </a:p>
        </p:txBody>
      </p:sp>
    </p:spTree>
    <p:extLst>
      <p:ext uri="{BB962C8B-B14F-4D97-AF65-F5344CB8AC3E}">
        <p14:creationId xmlns:p14="http://schemas.microsoft.com/office/powerpoint/2010/main" val="50637509"/>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6" grpId="0" animBg="1"/>
      <p:bldP spid="1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p:cNvSpPr>
            <a:spLocks noGrp="1"/>
          </p:cNvSpPr>
          <p:nvPr>
            <p:ph idx="10"/>
          </p:nvPr>
        </p:nvSpPr>
        <p:spPr/>
        <p:txBody>
          <a:bodyPr/>
          <a:lstStyle/>
          <a:p>
            <a:pPr>
              <a:buClr>
                <a:schemeClr val="tx1"/>
              </a:buClr>
            </a:pPr>
            <a:r>
              <a:rPr lang="en-US" b="1" dirty="0">
                <a:solidFill>
                  <a:schemeClr val="bg1"/>
                </a:solidFill>
                <a:latin typeface="Consolas" panose="020B0609020204030204" pitchFamily="49" charset="0"/>
              </a:rPr>
              <a:t>COUNT</a:t>
            </a:r>
            <a:r>
              <a:rPr lang="en-US" dirty="0"/>
              <a:t> - </a:t>
            </a:r>
            <a:r>
              <a:rPr lang="en-US" b="1" dirty="0">
                <a:solidFill>
                  <a:schemeClr val="bg1"/>
                </a:solidFill>
              </a:rPr>
              <a:t>counts the values </a:t>
            </a:r>
            <a:r>
              <a:rPr lang="en-US" dirty="0"/>
              <a:t>in one or more </a:t>
            </a:r>
            <a:r>
              <a:rPr lang="en-US" b="1" dirty="0">
                <a:solidFill>
                  <a:schemeClr val="bg1"/>
                </a:solidFill>
              </a:rPr>
              <a:t>grouped columns</a:t>
            </a:r>
          </a:p>
          <a:p>
            <a:pPr lvl="1">
              <a:buClr>
                <a:schemeClr val="tx1"/>
              </a:buClr>
            </a:pPr>
            <a:r>
              <a:rPr lang="en-US" b="1" dirty="0">
                <a:solidFill>
                  <a:schemeClr val="bg1"/>
                </a:solidFill>
              </a:rPr>
              <a:t>Ignores</a:t>
            </a:r>
            <a:r>
              <a:rPr lang="en-US" dirty="0"/>
              <a:t> </a:t>
            </a:r>
            <a:r>
              <a:rPr lang="en-US" sz="3398" b="1" dirty="0">
                <a:solidFill>
                  <a:schemeClr val="bg1"/>
                </a:solidFill>
                <a:latin typeface="Consolas" panose="020B0609020204030204" pitchFamily="49" charset="0"/>
              </a:rPr>
              <a:t>NULL</a:t>
            </a:r>
            <a:r>
              <a:rPr lang="en-US" dirty="0"/>
              <a:t> values</a:t>
            </a:r>
          </a:p>
        </p:txBody>
      </p:sp>
      <p:sp>
        <p:nvSpPr>
          <p:cNvPr id="465922" name="Rectangle 2"/>
          <p:cNvSpPr>
            <a:spLocks noGrp="1" noChangeArrowheads="1"/>
          </p:cNvSpPr>
          <p:nvPr>
            <p:ph type="title"/>
          </p:nvPr>
        </p:nvSpPr>
        <p:spPr/>
        <p:txBody>
          <a:bodyPr/>
          <a:lstStyle/>
          <a:p>
            <a:r>
              <a:rPr lang="en-US"/>
              <a:t>Aggregate Functions: COUNT</a:t>
            </a:r>
            <a:endParaRPr lang="bg-BG" dirty="0"/>
          </a:p>
        </p:txBody>
      </p:sp>
      <p:graphicFrame>
        <p:nvGraphicFramePr>
          <p:cNvPr id="10" name="Table 9"/>
          <p:cNvGraphicFramePr>
            <a:graphicFrameLocks noGrp="1"/>
          </p:cNvGraphicFramePr>
          <p:nvPr/>
        </p:nvGraphicFramePr>
        <p:xfrm>
          <a:off x="381001" y="2590800"/>
          <a:ext cx="6095999" cy="3200400"/>
        </p:xfrm>
        <a:graphic>
          <a:graphicData uri="http://schemas.openxmlformats.org/drawingml/2006/table">
            <a:tbl>
              <a:tblPr firstRow="1" bandRow="1">
                <a:tableStyleId>{912C8C85-51F0-491E-9774-3900AFEF0FD7}</a:tableStyleId>
              </a:tblPr>
              <a:tblGrid>
                <a:gridCol w="1524000">
                  <a:extLst>
                    <a:ext uri="{9D8B030D-6E8A-4147-A177-3AD203B41FA5}">
                      <a16:colId xmlns:a16="http://schemas.microsoft.com/office/drawing/2014/main" val="3180040124"/>
                    </a:ext>
                  </a:extLst>
                </a:gridCol>
                <a:gridCol w="3170620">
                  <a:extLst>
                    <a:ext uri="{9D8B030D-6E8A-4147-A177-3AD203B41FA5}">
                      <a16:colId xmlns:a16="http://schemas.microsoft.com/office/drawing/2014/main" val="3141524875"/>
                    </a:ext>
                  </a:extLst>
                </a:gridCol>
                <a:gridCol w="1401379">
                  <a:extLst>
                    <a:ext uri="{9D8B030D-6E8A-4147-A177-3AD203B41FA5}">
                      <a16:colId xmlns:a16="http://schemas.microsoft.com/office/drawing/2014/main" val="1915661299"/>
                    </a:ext>
                  </a:extLst>
                </a:gridCol>
              </a:tblGrid>
              <a:tr h="457200">
                <a:tc>
                  <a:txBody>
                    <a:bodyPr/>
                    <a:lstStyle/>
                    <a:p>
                      <a:r>
                        <a:rPr lang="en-US" dirty="0">
                          <a:solidFill>
                            <a:schemeClr val="tx1"/>
                          </a:solidFill>
                          <a:effectLst/>
                        </a:rPr>
                        <a:t>Employee</a:t>
                      </a:r>
                      <a:endParaRPr lang="en-US" b="0" dirty="0">
                        <a:solidFill>
                          <a:schemeClr val="tx1"/>
                        </a:solidFill>
                        <a:effectLst/>
                      </a:endParaRPr>
                    </a:p>
                  </a:txBody>
                  <a:tcPr/>
                </a:tc>
                <a:tc>
                  <a:txBody>
                    <a:bodyPr/>
                    <a:lstStyle/>
                    <a:p>
                      <a:r>
                        <a:rPr lang="en-US" dirty="0">
                          <a:solidFill>
                            <a:schemeClr val="tx1"/>
                          </a:solidFill>
                          <a:effectLst/>
                        </a:rPr>
                        <a:t>DepartmentName</a:t>
                      </a:r>
                      <a:endParaRPr lang="en-US" b="0" dirty="0">
                        <a:solidFill>
                          <a:schemeClr val="tx1"/>
                        </a:solidFill>
                        <a:effectLst/>
                      </a:endParaRPr>
                    </a:p>
                  </a:txBody>
                  <a:tcPr/>
                </a:tc>
                <a:tc>
                  <a:txBody>
                    <a:bodyPr/>
                    <a:lstStyle/>
                    <a:p>
                      <a:r>
                        <a:rPr lang="en-US" dirty="0">
                          <a:solidFill>
                            <a:schemeClr val="tx1"/>
                          </a:solidFill>
                          <a:effectLst/>
                        </a:rPr>
                        <a:t>Salary</a:t>
                      </a:r>
                      <a:endParaRPr lang="en-US" b="0" dirty="0">
                        <a:solidFill>
                          <a:schemeClr val="tx1"/>
                        </a:solidFill>
                        <a:effectLst/>
                      </a:endParaRPr>
                    </a:p>
                  </a:txBody>
                  <a:tcPr/>
                </a:tc>
                <a:extLst>
                  <a:ext uri="{0D108BD9-81ED-4DB2-BD59-A6C34878D82A}">
                    <a16:rowId xmlns:a16="http://schemas.microsoft.com/office/drawing/2014/main" val="247495740"/>
                  </a:ext>
                </a:extLst>
              </a:tr>
              <a:tr h="457200">
                <a:tc>
                  <a:txBody>
                    <a:bodyPr/>
                    <a:lstStyle/>
                    <a:p>
                      <a:r>
                        <a:rPr lang="en-US" dirty="0">
                          <a:effectLst/>
                        </a:rPr>
                        <a:t>Adam</a:t>
                      </a:r>
                      <a:endParaRPr lang="en-US" b="0" dirty="0">
                        <a:solidFill>
                          <a:schemeClr val="tx1"/>
                        </a:solidFill>
                        <a:effectLst/>
                      </a:endParaRPr>
                    </a:p>
                  </a:txBody>
                  <a:tcPr/>
                </a:tc>
                <a:tc>
                  <a:txBody>
                    <a:bodyPr/>
                    <a:lstStyle/>
                    <a:p>
                      <a:r>
                        <a:rPr lang="en-US" dirty="0">
                          <a:effectLst/>
                        </a:rPr>
                        <a:t>Database Support</a:t>
                      </a:r>
                      <a:endParaRPr lang="en-US" b="0" dirty="0">
                        <a:solidFill>
                          <a:schemeClr val="tx1"/>
                        </a:solidFill>
                        <a:effectLst/>
                      </a:endParaRPr>
                    </a:p>
                  </a:txBody>
                  <a:tcPr>
                    <a:solidFill>
                      <a:schemeClr val="accent2">
                        <a:lumMod val="20000"/>
                        <a:lumOff val="80000"/>
                      </a:schemeClr>
                    </a:solidFill>
                  </a:tcPr>
                </a:tc>
                <a:tc>
                  <a:txBody>
                    <a:bodyPr/>
                    <a:lstStyle/>
                    <a:p>
                      <a:r>
                        <a:rPr lang="en-US" dirty="0">
                          <a:effectLst/>
                        </a:rPr>
                        <a:t>5,000</a:t>
                      </a:r>
                      <a:endParaRPr lang="en-US" b="0" dirty="0">
                        <a:solidFill>
                          <a:schemeClr val="tx1"/>
                        </a:solidFill>
                        <a:effectLst/>
                      </a:endParaRPr>
                    </a:p>
                  </a:txBody>
                  <a:tcPr/>
                </a:tc>
                <a:extLst>
                  <a:ext uri="{0D108BD9-81ED-4DB2-BD59-A6C34878D82A}">
                    <a16:rowId xmlns:a16="http://schemas.microsoft.com/office/drawing/2014/main" val="3609066432"/>
                  </a:ext>
                </a:extLst>
              </a:tr>
              <a:tr h="457200">
                <a:tc>
                  <a:txBody>
                    <a:bodyPr/>
                    <a:lstStyle/>
                    <a:p>
                      <a:r>
                        <a:rPr lang="en-US" dirty="0">
                          <a:effectLst/>
                        </a:rPr>
                        <a:t>John</a:t>
                      </a:r>
                      <a:endParaRPr lang="en-US" b="0" dirty="0">
                        <a:solidFill>
                          <a:schemeClr val="tx1"/>
                        </a:solidFill>
                        <a:effectLst/>
                      </a:endParaRPr>
                    </a:p>
                  </a:txBody>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effectLst/>
                        </a:rPr>
                        <a:t>Database Support</a:t>
                      </a:r>
                      <a:endParaRPr lang="en-US" b="0" dirty="0">
                        <a:solidFill>
                          <a:schemeClr val="tx1"/>
                        </a:solidFill>
                        <a:effectLst/>
                      </a:endParaRPr>
                    </a:p>
                  </a:txBody>
                  <a:tcPr>
                    <a:solidFill>
                      <a:schemeClr val="accent2">
                        <a:lumMod val="20000"/>
                        <a:lumOff val="80000"/>
                      </a:schemeClr>
                    </a:solidFill>
                  </a:tcPr>
                </a:tc>
                <a:tc>
                  <a:txBody>
                    <a:bodyPr/>
                    <a:lstStyle/>
                    <a:p>
                      <a:r>
                        <a:rPr lang="en-US" dirty="0">
                          <a:effectLst/>
                        </a:rPr>
                        <a:t>15,000</a:t>
                      </a:r>
                      <a:endParaRPr lang="en-US" b="0" dirty="0">
                        <a:solidFill>
                          <a:schemeClr val="tx1"/>
                        </a:solidFill>
                        <a:effectLst/>
                      </a:endParaRPr>
                    </a:p>
                  </a:txBody>
                  <a:tcPr/>
                </a:tc>
                <a:extLst>
                  <a:ext uri="{0D108BD9-81ED-4DB2-BD59-A6C34878D82A}">
                    <a16:rowId xmlns:a16="http://schemas.microsoft.com/office/drawing/2014/main" val="1287682195"/>
                  </a:ext>
                </a:extLst>
              </a:tr>
              <a:tr h="457200">
                <a:tc>
                  <a:txBody>
                    <a:bodyPr/>
                    <a:lstStyle/>
                    <a:p>
                      <a:r>
                        <a:rPr lang="en-US" dirty="0">
                          <a:effectLst/>
                        </a:rPr>
                        <a:t>Jane</a:t>
                      </a:r>
                      <a:endParaRPr lang="en-US" b="0" dirty="0">
                        <a:solidFill>
                          <a:schemeClr val="tx1"/>
                        </a:solidFill>
                        <a:effectLst/>
                      </a:endParaRPr>
                    </a:p>
                  </a:txBody>
                  <a:tcPr/>
                </a:tc>
                <a:tc>
                  <a:txBody>
                    <a:bodyPr/>
                    <a:lstStyle/>
                    <a:p>
                      <a:r>
                        <a:rPr lang="en-US" dirty="0">
                          <a:effectLst/>
                        </a:rPr>
                        <a:t>Application Support</a:t>
                      </a:r>
                      <a:endParaRPr lang="en-US" b="0" dirty="0">
                        <a:solidFill>
                          <a:schemeClr val="tx1"/>
                        </a:solidFill>
                        <a:effectLst/>
                      </a:endParaRPr>
                    </a:p>
                  </a:txBody>
                  <a:tcPr>
                    <a:solidFill>
                      <a:schemeClr val="tx2">
                        <a:lumMod val="20000"/>
                        <a:lumOff val="80000"/>
                      </a:schemeClr>
                    </a:solidFill>
                  </a:tcPr>
                </a:tc>
                <a:tc>
                  <a:txBody>
                    <a:bodyPr/>
                    <a:lstStyle/>
                    <a:p>
                      <a:r>
                        <a:rPr lang="en-US" dirty="0">
                          <a:effectLst/>
                        </a:rPr>
                        <a:t>10,000</a:t>
                      </a:r>
                      <a:endParaRPr lang="en-US" b="0" dirty="0">
                        <a:solidFill>
                          <a:schemeClr val="tx1"/>
                        </a:solidFill>
                        <a:effectLst/>
                      </a:endParaRPr>
                    </a:p>
                  </a:txBody>
                  <a:tcPr/>
                </a:tc>
                <a:extLst>
                  <a:ext uri="{0D108BD9-81ED-4DB2-BD59-A6C34878D82A}">
                    <a16:rowId xmlns:a16="http://schemas.microsoft.com/office/drawing/2014/main" val="1053813033"/>
                  </a:ext>
                </a:extLst>
              </a:tr>
              <a:tr h="457200">
                <a:tc>
                  <a:txBody>
                    <a:bodyPr/>
                    <a:lstStyle/>
                    <a:p>
                      <a:r>
                        <a:rPr lang="en-US" dirty="0">
                          <a:effectLst/>
                        </a:rPr>
                        <a:t>George</a:t>
                      </a:r>
                      <a:endParaRPr lang="en-US" b="0" dirty="0">
                        <a:solidFill>
                          <a:schemeClr val="tx1"/>
                        </a:solidFill>
                        <a:effectLst/>
                      </a:endParaRPr>
                    </a:p>
                  </a:txBody>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effectLst/>
                        </a:rPr>
                        <a:t>Application Support</a:t>
                      </a:r>
                      <a:endParaRPr lang="en-US" b="0" dirty="0">
                        <a:solidFill>
                          <a:schemeClr val="tx1"/>
                        </a:solidFill>
                        <a:effectLst/>
                      </a:endParaRPr>
                    </a:p>
                  </a:txBody>
                  <a:tcPr>
                    <a:solidFill>
                      <a:schemeClr val="tx2">
                        <a:lumMod val="20000"/>
                        <a:lumOff val="80000"/>
                      </a:schemeClr>
                    </a:solidFill>
                  </a:tcPr>
                </a:tc>
                <a:tc>
                  <a:txBody>
                    <a:bodyPr/>
                    <a:lstStyle/>
                    <a:p>
                      <a:r>
                        <a:rPr lang="en-US" dirty="0">
                          <a:effectLst/>
                        </a:rPr>
                        <a:t>15,000</a:t>
                      </a:r>
                      <a:endParaRPr lang="en-US" b="0" dirty="0">
                        <a:solidFill>
                          <a:schemeClr val="tx1"/>
                        </a:solidFill>
                        <a:effectLst/>
                      </a:endParaRPr>
                    </a:p>
                  </a:txBody>
                  <a:tcPr/>
                </a:tc>
                <a:extLst>
                  <a:ext uri="{0D108BD9-81ED-4DB2-BD59-A6C34878D82A}">
                    <a16:rowId xmlns:a16="http://schemas.microsoft.com/office/drawing/2014/main" val="2640231826"/>
                  </a:ext>
                </a:extLst>
              </a:tr>
              <a:tr h="457200">
                <a:tc>
                  <a:txBody>
                    <a:bodyPr/>
                    <a:lstStyle/>
                    <a:p>
                      <a:r>
                        <a:rPr lang="en-US" dirty="0">
                          <a:effectLst/>
                        </a:rPr>
                        <a:t>Lila</a:t>
                      </a:r>
                      <a:endParaRPr lang="en-US" b="0" dirty="0">
                        <a:solidFill>
                          <a:schemeClr val="tx1"/>
                        </a:solidFill>
                        <a:effectLst/>
                      </a:endParaRPr>
                    </a:p>
                  </a:txBody>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effectLst/>
                        </a:rPr>
                        <a:t>Application Support</a:t>
                      </a:r>
                      <a:endParaRPr lang="en-US" b="0" dirty="0">
                        <a:solidFill>
                          <a:schemeClr val="tx1"/>
                        </a:solidFill>
                        <a:effectLst/>
                      </a:endParaRPr>
                    </a:p>
                  </a:txBody>
                  <a:tcPr>
                    <a:solidFill>
                      <a:schemeClr val="bg1">
                        <a:lumMod val="20000"/>
                        <a:lumOff val="80000"/>
                      </a:schemeClr>
                    </a:solidFill>
                  </a:tcPr>
                </a:tc>
                <a:tc>
                  <a:txBody>
                    <a:bodyPr/>
                    <a:lstStyle/>
                    <a:p>
                      <a:r>
                        <a:rPr lang="en-US" dirty="0">
                          <a:effectLst/>
                        </a:rPr>
                        <a:t>5,000</a:t>
                      </a:r>
                      <a:endParaRPr lang="en-US" b="0" dirty="0">
                        <a:solidFill>
                          <a:schemeClr val="tx1"/>
                        </a:solidFill>
                        <a:effectLst/>
                      </a:endParaRPr>
                    </a:p>
                  </a:txBody>
                  <a:tcPr/>
                </a:tc>
                <a:extLst>
                  <a:ext uri="{0D108BD9-81ED-4DB2-BD59-A6C34878D82A}">
                    <a16:rowId xmlns:a16="http://schemas.microsoft.com/office/drawing/2014/main" val="1267294716"/>
                  </a:ext>
                </a:extLst>
              </a:tr>
              <a:tr h="457200">
                <a:tc>
                  <a:txBody>
                    <a:bodyPr/>
                    <a:lstStyle/>
                    <a:p>
                      <a:r>
                        <a:rPr lang="en-US" dirty="0">
                          <a:effectLst/>
                        </a:rPr>
                        <a:t>Fred</a:t>
                      </a:r>
                      <a:endParaRPr lang="en-US" b="0" dirty="0">
                        <a:solidFill>
                          <a:schemeClr val="tx1"/>
                        </a:solidFill>
                        <a:effectLst/>
                      </a:endParaRPr>
                    </a:p>
                  </a:txBody>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effectLst/>
                        </a:rPr>
                        <a:t>Software Support</a:t>
                      </a:r>
                      <a:endParaRPr lang="en-US" b="0" dirty="0">
                        <a:solidFill>
                          <a:schemeClr val="tx1"/>
                        </a:solidFill>
                        <a:effectLst/>
                      </a:endParaRPr>
                    </a:p>
                  </a:txBody>
                  <a:tcPr>
                    <a:solidFill>
                      <a:schemeClr val="bg1">
                        <a:lumMod val="20000"/>
                        <a:lumOff val="80000"/>
                      </a:schemeClr>
                    </a:solidFill>
                  </a:tcPr>
                </a:tc>
                <a:tc>
                  <a:txBody>
                    <a:bodyPr/>
                    <a:lstStyle/>
                    <a:p>
                      <a:r>
                        <a:rPr lang="en-US" dirty="0">
                          <a:effectLst/>
                        </a:rPr>
                        <a:t>15,000</a:t>
                      </a:r>
                      <a:endParaRPr lang="en-US" b="0" dirty="0">
                        <a:solidFill>
                          <a:schemeClr val="tx1"/>
                        </a:solidFill>
                        <a:effectLst/>
                      </a:endParaRPr>
                    </a:p>
                  </a:txBody>
                  <a:tcPr/>
                </a:tc>
                <a:extLst>
                  <a:ext uri="{0D108BD9-81ED-4DB2-BD59-A6C34878D82A}">
                    <a16:rowId xmlns:a16="http://schemas.microsoft.com/office/drawing/2014/main" val="934848964"/>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1785687585"/>
              </p:ext>
            </p:extLst>
          </p:nvPr>
        </p:nvGraphicFramePr>
        <p:xfrm>
          <a:off x="7426569" y="3554305"/>
          <a:ext cx="4600590" cy="1828800"/>
        </p:xfrm>
        <a:graphic>
          <a:graphicData uri="http://schemas.openxmlformats.org/drawingml/2006/table">
            <a:tbl>
              <a:tblPr firstRow="1" bandRow="1">
                <a:tableStyleId>{912C8C85-51F0-491E-9774-3900AFEF0FD7}</a:tableStyleId>
              </a:tblPr>
              <a:tblGrid>
                <a:gridCol w="2875368">
                  <a:extLst>
                    <a:ext uri="{9D8B030D-6E8A-4147-A177-3AD203B41FA5}">
                      <a16:colId xmlns:a16="http://schemas.microsoft.com/office/drawing/2014/main" val="1444822382"/>
                    </a:ext>
                  </a:extLst>
                </a:gridCol>
                <a:gridCol w="1725222">
                  <a:extLst>
                    <a:ext uri="{9D8B030D-6E8A-4147-A177-3AD203B41FA5}">
                      <a16:colId xmlns:a16="http://schemas.microsoft.com/office/drawing/2014/main" val="1109817519"/>
                    </a:ext>
                  </a:extLst>
                </a:gridCol>
              </a:tblGrid>
              <a:tr h="457200">
                <a:tc>
                  <a:txBody>
                    <a:bodyPr/>
                    <a:lstStyle/>
                    <a:p>
                      <a:r>
                        <a:rPr lang="en-US" dirty="0">
                          <a:solidFill>
                            <a:schemeClr val="tx1"/>
                          </a:solidFill>
                          <a:effectLst/>
                        </a:rPr>
                        <a:t>DepartmentName</a:t>
                      </a:r>
                    </a:p>
                  </a:txBody>
                  <a:tcPr/>
                </a:tc>
                <a:tc>
                  <a:txBody>
                    <a:bodyPr/>
                    <a:lstStyle/>
                    <a:p>
                      <a:r>
                        <a:rPr lang="en-US" dirty="0">
                          <a:solidFill>
                            <a:schemeClr val="tx1"/>
                          </a:solidFill>
                          <a:effectLst/>
                        </a:rPr>
                        <a:t>SalaryCount</a:t>
                      </a:r>
                    </a:p>
                  </a:txBody>
                  <a:tcPr/>
                </a:tc>
                <a:extLst>
                  <a:ext uri="{0D108BD9-81ED-4DB2-BD59-A6C34878D82A}">
                    <a16:rowId xmlns:a16="http://schemas.microsoft.com/office/drawing/2014/main" val="3449101239"/>
                  </a:ext>
                </a:extLst>
              </a:tr>
              <a:tr h="457200">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effectLst/>
                        </a:rPr>
                        <a:t>Database Support</a:t>
                      </a:r>
                      <a:endParaRPr lang="en-US" dirty="0">
                        <a:solidFill>
                          <a:schemeClr val="tx1"/>
                        </a:solidFill>
                        <a:effectLst/>
                      </a:endParaRPr>
                    </a:p>
                  </a:txBody>
                  <a:tcPr/>
                </a:tc>
                <a:tc>
                  <a:txBody>
                    <a:bodyPr/>
                    <a:lstStyle/>
                    <a:p>
                      <a:r>
                        <a:rPr lang="bg-BG" dirty="0">
                          <a:effectLst/>
                        </a:rPr>
                        <a:t>2</a:t>
                      </a:r>
                      <a:endParaRPr lang="en-US" dirty="0">
                        <a:solidFill>
                          <a:schemeClr val="tx1"/>
                        </a:solidFill>
                        <a:effectLst/>
                      </a:endParaRPr>
                    </a:p>
                  </a:txBody>
                  <a:tcPr/>
                </a:tc>
                <a:extLst>
                  <a:ext uri="{0D108BD9-81ED-4DB2-BD59-A6C34878D82A}">
                    <a16:rowId xmlns:a16="http://schemas.microsoft.com/office/drawing/2014/main" val="2908875595"/>
                  </a:ext>
                </a:extLst>
              </a:tr>
              <a:tr h="457200">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effectLst/>
                        </a:rPr>
                        <a:t>Application Support</a:t>
                      </a:r>
                      <a:endParaRPr lang="en-US" dirty="0">
                        <a:solidFill>
                          <a:schemeClr val="tx1"/>
                        </a:solidFill>
                        <a:effectLst/>
                      </a:endParaRPr>
                    </a:p>
                  </a:txBody>
                  <a:tcPr/>
                </a:tc>
                <a:tc>
                  <a:txBody>
                    <a:bodyPr/>
                    <a:lstStyle/>
                    <a:p>
                      <a:r>
                        <a:rPr lang="bg-BG" dirty="0">
                          <a:effectLst/>
                        </a:rPr>
                        <a:t>3</a:t>
                      </a:r>
                      <a:endParaRPr lang="en-US" dirty="0">
                        <a:solidFill>
                          <a:schemeClr val="tx1"/>
                        </a:solidFill>
                        <a:effectLst/>
                      </a:endParaRPr>
                    </a:p>
                  </a:txBody>
                  <a:tcPr/>
                </a:tc>
                <a:extLst>
                  <a:ext uri="{0D108BD9-81ED-4DB2-BD59-A6C34878D82A}">
                    <a16:rowId xmlns:a16="http://schemas.microsoft.com/office/drawing/2014/main" val="412535321"/>
                  </a:ext>
                </a:extLst>
              </a:tr>
              <a:tr h="457200">
                <a:tc>
                  <a:txBody>
                    <a:bodyPr/>
                    <a:lstStyle/>
                    <a:p>
                      <a:r>
                        <a:rPr lang="en-US" dirty="0">
                          <a:effectLst/>
                        </a:rPr>
                        <a:t>Software Support</a:t>
                      </a:r>
                      <a:endParaRPr lang="en-US" dirty="0">
                        <a:solidFill>
                          <a:schemeClr val="tx1"/>
                        </a:solidFill>
                        <a:effectLst/>
                      </a:endParaRPr>
                    </a:p>
                  </a:txBody>
                  <a:tcPr/>
                </a:tc>
                <a:tc>
                  <a:txBody>
                    <a:bodyPr/>
                    <a:lstStyle/>
                    <a:p>
                      <a:r>
                        <a:rPr lang="bg-BG" dirty="0">
                          <a:effectLst/>
                        </a:rPr>
                        <a:t>1</a:t>
                      </a:r>
                      <a:endParaRPr lang="en-US" dirty="0">
                        <a:solidFill>
                          <a:schemeClr val="tx1"/>
                        </a:solidFill>
                        <a:effectLst/>
                      </a:endParaRPr>
                    </a:p>
                  </a:txBody>
                  <a:tcPr/>
                </a:tc>
                <a:extLst>
                  <a:ext uri="{0D108BD9-81ED-4DB2-BD59-A6C34878D82A}">
                    <a16:rowId xmlns:a16="http://schemas.microsoft.com/office/drawing/2014/main" val="3347448364"/>
                  </a:ext>
                </a:extLst>
              </a:tr>
            </a:tbl>
          </a:graphicData>
        </a:graphic>
      </p:graphicFrame>
      <p:sp>
        <p:nvSpPr>
          <p:cNvPr id="17" name="Right Arrow 15"/>
          <p:cNvSpPr/>
          <p:nvPr/>
        </p:nvSpPr>
        <p:spPr>
          <a:xfrm rot="1884745">
            <a:off x="6635060" y="3535539"/>
            <a:ext cx="598050" cy="373330"/>
          </a:xfrm>
          <a:prstGeom prst="rightArrow">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8" name="Right Arrow 15"/>
          <p:cNvSpPr/>
          <p:nvPr/>
        </p:nvSpPr>
        <p:spPr>
          <a:xfrm>
            <a:off x="6635059" y="4282040"/>
            <a:ext cx="598050" cy="373330"/>
          </a:xfrm>
          <a:prstGeom prst="rightArrow">
            <a:avLst/>
          </a:prstGeom>
          <a:solidFill>
            <a:schemeClr val="tx1">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20" name="Right Arrow 15"/>
          <p:cNvSpPr/>
          <p:nvPr/>
        </p:nvSpPr>
        <p:spPr>
          <a:xfrm rot="19680784">
            <a:off x="6616980" y="4963475"/>
            <a:ext cx="598050" cy="373330"/>
          </a:xfrm>
          <a:prstGeom prst="rightArrow">
            <a:avLst/>
          </a:prstGeom>
          <a:solidFill>
            <a:schemeClr val="bg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2" name="Slide Number">
            <a:extLst>
              <a:ext uri="{FF2B5EF4-FFF2-40B4-BE49-F238E27FC236}">
                <a16:creationId xmlns:a16="http://schemas.microsoft.com/office/drawing/2014/main" id="{2B964CFC-BB05-43A7-99E3-7360709A2E41}"/>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18</a:t>
            </a:fld>
            <a:endParaRPr lang="en-US" noProof="0" dirty="0"/>
          </a:p>
        </p:txBody>
      </p:sp>
    </p:spTree>
    <p:extLst>
      <p:ext uri="{BB962C8B-B14F-4D97-AF65-F5344CB8AC3E}">
        <p14:creationId xmlns:p14="http://schemas.microsoft.com/office/powerpoint/2010/main" val="384086998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2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p:cNvSpPr>
            <a:spLocks noGrp="1"/>
          </p:cNvSpPr>
          <p:nvPr>
            <p:ph idx="10"/>
          </p:nvPr>
        </p:nvSpPr>
        <p:spPr/>
        <p:txBody>
          <a:bodyPr>
            <a:normAutofit/>
          </a:bodyPr>
          <a:lstStyle/>
          <a:p>
            <a:pPr>
              <a:buClr>
                <a:schemeClr val="tx1"/>
              </a:buClr>
            </a:pPr>
            <a:r>
              <a:rPr lang="en-US" b="1" noProof="1">
                <a:solidFill>
                  <a:schemeClr val="bg1"/>
                </a:solidFill>
                <a:latin typeface="Consolas" panose="020B0609020204030204" pitchFamily="49" charset="0"/>
              </a:rPr>
              <a:t>COUNT</a:t>
            </a:r>
            <a:r>
              <a:rPr lang="en-US" noProof="1"/>
              <a:t>(</a:t>
            </a:r>
            <a:r>
              <a:rPr lang="en-US" b="1" noProof="1">
                <a:solidFill>
                  <a:schemeClr val="bg1"/>
                </a:solidFill>
                <a:latin typeface="Consolas" panose="020B0609020204030204" pitchFamily="49" charset="0"/>
              </a:rPr>
              <a:t>ColumnName</a:t>
            </a:r>
            <a:r>
              <a:rPr lang="en-US" noProof="1"/>
              <a:t>)</a:t>
            </a:r>
          </a:p>
          <a:p>
            <a:endParaRPr lang="en-US" dirty="0"/>
          </a:p>
          <a:p>
            <a:endParaRPr lang="en-US" dirty="0"/>
          </a:p>
          <a:p>
            <a:endParaRPr lang="en-US" dirty="0"/>
          </a:p>
          <a:p>
            <a:pPr marL="0" indent="0">
              <a:buNone/>
            </a:pPr>
            <a:br>
              <a:rPr lang="en-US" dirty="0"/>
            </a:br>
            <a:endParaRPr lang="en-US" dirty="0"/>
          </a:p>
          <a:p>
            <a:r>
              <a:rPr lang="en-US" dirty="0"/>
              <a:t>Note: </a:t>
            </a:r>
            <a:r>
              <a:rPr lang="en-US" b="1" dirty="0">
                <a:solidFill>
                  <a:schemeClr val="bg1"/>
                </a:solidFill>
                <a:latin typeface="Consolas" panose="020B0609020204030204" pitchFamily="49" charset="0"/>
              </a:rPr>
              <a:t>COUNT</a:t>
            </a:r>
            <a:r>
              <a:rPr lang="en-US" dirty="0"/>
              <a:t> </a:t>
            </a:r>
            <a:r>
              <a:rPr lang="en-US" b="1" dirty="0">
                <a:solidFill>
                  <a:schemeClr val="bg1"/>
                </a:solidFill>
              </a:rPr>
              <a:t>ignores</a:t>
            </a:r>
            <a:r>
              <a:rPr lang="en-US" dirty="0"/>
              <a:t> any employee with </a:t>
            </a:r>
            <a:r>
              <a:rPr lang="en-US" b="1" dirty="0">
                <a:solidFill>
                  <a:schemeClr val="bg1"/>
                </a:solidFill>
                <a:latin typeface="Consolas" panose="020B0609020204030204" pitchFamily="49" charset="0"/>
              </a:rPr>
              <a:t>NULL</a:t>
            </a:r>
            <a:r>
              <a:rPr lang="en-US" dirty="0"/>
              <a:t> salary</a:t>
            </a:r>
          </a:p>
        </p:txBody>
      </p:sp>
      <p:sp>
        <p:nvSpPr>
          <p:cNvPr id="465922" name="Rectangle 2"/>
          <p:cNvSpPr>
            <a:spLocks noGrp="1" noChangeArrowheads="1"/>
          </p:cNvSpPr>
          <p:nvPr>
            <p:ph type="title"/>
          </p:nvPr>
        </p:nvSpPr>
        <p:spPr/>
        <p:txBody>
          <a:bodyPr/>
          <a:lstStyle/>
          <a:p>
            <a:r>
              <a:rPr lang="en-US"/>
              <a:t>COUNT Syntax</a:t>
            </a:r>
            <a:endParaRPr lang="bg-BG" dirty="0"/>
          </a:p>
        </p:txBody>
      </p:sp>
      <p:sp>
        <p:nvSpPr>
          <p:cNvPr id="10" name="Rectangle 9"/>
          <p:cNvSpPr>
            <a:spLocks noChangeArrowheads="1"/>
          </p:cNvSpPr>
          <p:nvPr/>
        </p:nvSpPr>
        <p:spPr bwMode="auto">
          <a:xfrm>
            <a:off x="714184" y="1935091"/>
            <a:ext cx="10556816" cy="2136867"/>
          </a:xfrm>
          <a:prstGeom prst="rect">
            <a:avLst/>
          </a:prstGeom>
          <a:solidFill>
            <a:schemeClr val="accent5">
              <a:lumMod val="40000"/>
              <a:lumOff val="60000"/>
              <a:alpha val="20000"/>
            </a:schemeClr>
          </a:solidFill>
          <a:ln w="12700">
            <a:solidFill>
              <a:schemeClr val="accent5">
                <a:lumMod val="60000"/>
                <a:lumOff val="40000"/>
              </a:schemeClr>
            </a:solidFill>
          </a:ln>
        </p:spPr>
        <p:txBody>
          <a:bodyPr wrap="square">
            <a:spAutoFit/>
          </a:bodyPr>
          <a:lstStyle/>
          <a:p>
            <a:pPr>
              <a:lnSpc>
                <a:spcPct val="105000"/>
              </a:lnSpc>
            </a:pPr>
            <a:r>
              <a:rPr lang="en-US" sz="3200" b="1" noProof="1">
                <a:latin typeface="Consolas" pitchFamily="49" charset="0"/>
                <a:cs typeface="Consolas" pitchFamily="49" charset="0"/>
              </a:rPr>
              <a:t>  SELECT e.DepartmentID, </a:t>
            </a:r>
          </a:p>
          <a:p>
            <a:pPr>
              <a:lnSpc>
                <a:spcPct val="105000"/>
              </a:lnSpc>
            </a:pPr>
            <a:r>
              <a:rPr lang="en-US" sz="3200" b="1" noProof="1">
                <a:latin typeface="Consolas" pitchFamily="49" charset="0"/>
                <a:cs typeface="Consolas" pitchFamily="49" charset="0"/>
              </a:rPr>
              <a:t>         </a:t>
            </a:r>
            <a:r>
              <a:rPr lang="en-US" sz="3200" b="1" noProof="1">
                <a:solidFill>
                  <a:schemeClr val="bg1"/>
                </a:solidFill>
                <a:latin typeface="Consolas" pitchFamily="49" charset="0"/>
                <a:cs typeface="Consolas" pitchFamily="49" charset="0"/>
              </a:rPr>
              <a:t>COUNT</a:t>
            </a:r>
            <a:r>
              <a:rPr lang="en-US" sz="3200" b="1" noProof="1">
                <a:latin typeface="Consolas" pitchFamily="49" charset="0"/>
                <a:cs typeface="Consolas" pitchFamily="49" charset="0"/>
              </a:rPr>
              <a:t>(</a:t>
            </a:r>
            <a:r>
              <a:rPr lang="en-US" sz="3200" b="1" noProof="1">
                <a:solidFill>
                  <a:schemeClr val="bg1"/>
                </a:solidFill>
                <a:latin typeface="Consolas" pitchFamily="49" charset="0"/>
                <a:cs typeface="Consolas" pitchFamily="49" charset="0"/>
              </a:rPr>
              <a:t>e.Salary</a:t>
            </a:r>
            <a:r>
              <a:rPr lang="en-US" sz="3200" b="1" noProof="1">
                <a:latin typeface="Consolas" pitchFamily="49" charset="0"/>
                <a:cs typeface="Consolas" pitchFamily="49" charset="0"/>
              </a:rPr>
              <a:t>) AS </a:t>
            </a:r>
            <a:r>
              <a:rPr lang="en-US" sz="3200" b="1" noProof="1">
                <a:solidFill>
                  <a:schemeClr val="bg1"/>
                </a:solidFill>
                <a:latin typeface="Consolas" pitchFamily="49" charset="0"/>
                <a:cs typeface="Consolas" pitchFamily="49" charset="0"/>
              </a:rPr>
              <a:t>SalaryCount</a:t>
            </a:r>
          </a:p>
          <a:p>
            <a:pPr>
              <a:lnSpc>
                <a:spcPct val="105000"/>
              </a:lnSpc>
            </a:pPr>
            <a:r>
              <a:rPr lang="en-US" sz="3200" b="1" noProof="1">
                <a:latin typeface="Consolas" pitchFamily="49" charset="0"/>
                <a:cs typeface="Consolas" pitchFamily="49" charset="0"/>
              </a:rPr>
              <a:t>    FROM Employees AS e</a:t>
            </a:r>
          </a:p>
          <a:p>
            <a:pPr>
              <a:lnSpc>
                <a:spcPct val="105000"/>
              </a:lnSpc>
            </a:pPr>
            <a:r>
              <a:rPr lang="en-US" sz="3200" b="1" noProof="1">
                <a:latin typeface="Consolas" pitchFamily="49" charset="0"/>
                <a:cs typeface="Consolas" pitchFamily="49" charset="0"/>
              </a:rPr>
              <a:t>GROUP BY e.DepartmentID</a:t>
            </a:r>
          </a:p>
        </p:txBody>
      </p:sp>
      <p:sp>
        <p:nvSpPr>
          <p:cNvPr id="13" name="AutoShape 7"/>
          <p:cNvSpPr>
            <a:spLocks noChangeArrowheads="1"/>
          </p:cNvSpPr>
          <p:nvPr/>
        </p:nvSpPr>
        <p:spPr bwMode="auto">
          <a:xfrm>
            <a:off x="7792592" y="1854000"/>
            <a:ext cx="3148196" cy="622914"/>
          </a:xfrm>
          <a:prstGeom prst="wedgeRoundRectCallout">
            <a:avLst>
              <a:gd name="adj1" fmla="val -55572"/>
              <a:gd name="adj2" fmla="val 48911"/>
              <a:gd name="adj3" fmla="val 16667"/>
            </a:avLst>
          </a:prstGeom>
          <a:solidFill>
            <a:schemeClr val="tx1">
              <a:alpha val="80000"/>
            </a:schemeClr>
          </a:solidFill>
          <a:ln w="19050">
            <a:solidFill>
              <a:schemeClr val="tx1">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b="1" noProof="1">
                <a:solidFill>
                  <a:srgbClr val="FFFFFF"/>
                </a:solidFill>
                <a:effectLst>
                  <a:outerShdw blurRad="38100" dist="38100" dir="2700000" algn="tl">
                    <a:srgbClr val="000000">
                      <a:alpha val="43137"/>
                    </a:srgbClr>
                  </a:outerShdw>
                </a:effectLst>
              </a:rPr>
              <a:t>New Column Alias</a:t>
            </a:r>
          </a:p>
        </p:txBody>
      </p:sp>
      <p:sp>
        <p:nvSpPr>
          <p:cNvPr id="14" name="AutoShape 7"/>
          <p:cNvSpPr>
            <a:spLocks noChangeArrowheads="1"/>
          </p:cNvSpPr>
          <p:nvPr/>
        </p:nvSpPr>
        <p:spPr bwMode="auto">
          <a:xfrm>
            <a:off x="3742592" y="4153049"/>
            <a:ext cx="2796152" cy="571607"/>
          </a:xfrm>
          <a:prstGeom prst="wedgeRoundRectCallout">
            <a:avLst>
              <a:gd name="adj1" fmla="val -55696"/>
              <a:gd name="adj2" fmla="val -38973"/>
              <a:gd name="adj3" fmla="val 16667"/>
            </a:avLst>
          </a:prstGeom>
          <a:solidFill>
            <a:schemeClr val="tx1">
              <a:alpha val="80000"/>
            </a:schemeClr>
          </a:solidFill>
          <a:ln w="19050">
            <a:solidFill>
              <a:schemeClr val="tx1">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b="1" noProof="1">
                <a:solidFill>
                  <a:srgbClr val="FFFFFF"/>
                </a:solidFill>
                <a:effectLst>
                  <a:outerShdw blurRad="38100" dist="38100" dir="2700000" algn="tl">
                    <a:srgbClr val="000000">
                      <a:alpha val="43137"/>
                    </a:srgbClr>
                  </a:outerShdw>
                </a:effectLst>
              </a:rPr>
              <a:t>Group Columns</a:t>
            </a:r>
          </a:p>
        </p:txBody>
      </p:sp>
      <p:sp>
        <p:nvSpPr>
          <p:cNvPr id="8" name="Slide Number">
            <a:extLst>
              <a:ext uri="{FF2B5EF4-FFF2-40B4-BE49-F238E27FC236}">
                <a16:creationId xmlns:a16="http://schemas.microsoft.com/office/drawing/2014/main" id="{0AB2F447-8729-45AE-A747-6FFB36938B7B}"/>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19</a:t>
            </a:fld>
            <a:endParaRPr lang="en-US" noProof="0" dirty="0"/>
          </a:p>
        </p:txBody>
      </p:sp>
    </p:spTree>
    <p:extLst>
      <p:ext uri="{BB962C8B-B14F-4D97-AF65-F5344CB8AC3E}">
        <p14:creationId xmlns:p14="http://schemas.microsoft.com/office/powerpoint/2010/main" val="76109025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2"/>
          <p:cNvSpPr>
            <a:spLocks noGrp="1"/>
          </p:cNvSpPr>
          <p:nvPr>
            <p:ph idx="10"/>
          </p:nvPr>
        </p:nvSpPr>
        <p:spPr/>
        <p:txBody>
          <a:bodyPr/>
          <a:lstStyle/>
          <a:p>
            <a:pPr>
              <a:buClr>
                <a:schemeClr val="tx1"/>
              </a:buClr>
            </a:pPr>
            <a:r>
              <a:rPr lang="en-US" b="1" dirty="0">
                <a:solidFill>
                  <a:schemeClr val="bg1"/>
                </a:solidFill>
                <a:latin typeface="Consolas" panose="020B0609020204030204" pitchFamily="49" charset="0"/>
              </a:rPr>
              <a:t>SUM</a:t>
            </a:r>
            <a:r>
              <a:rPr lang="en-US" dirty="0"/>
              <a:t> </a:t>
            </a:r>
            <a:r>
              <a:rPr lang="bg-BG" dirty="0"/>
              <a:t>-</a:t>
            </a:r>
            <a:r>
              <a:rPr lang="en-US" dirty="0"/>
              <a:t> </a:t>
            </a:r>
            <a:r>
              <a:rPr lang="en-US" b="1" dirty="0">
                <a:solidFill>
                  <a:schemeClr val="bg1"/>
                </a:solidFill>
              </a:rPr>
              <a:t>sums the values </a:t>
            </a:r>
            <a:r>
              <a:rPr lang="en-US" dirty="0"/>
              <a:t>in a column </a:t>
            </a:r>
          </a:p>
        </p:txBody>
      </p:sp>
      <p:sp>
        <p:nvSpPr>
          <p:cNvPr id="465922" name="Rectangle 2"/>
          <p:cNvSpPr>
            <a:spLocks noGrp="1" noChangeArrowheads="1"/>
          </p:cNvSpPr>
          <p:nvPr>
            <p:ph type="title"/>
          </p:nvPr>
        </p:nvSpPr>
        <p:spPr/>
        <p:txBody>
          <a:bodyPr/>
          <a:lstStyle/>
          <a:p>
            <a:r>
              <a:rPr lang="en-US"/>
              <a:t>Aggregate Functions: SUM</a:t>
            </a:r>
            <a:endParaRPr lang="bg-BG" dirty="0"/>
          </a:p>
        </p:txBody>
      </p:sp>
      <p:graphicFrame>
        <p:nvGraphicFramePr>
          <p:cNvPr id="4" name="Table 3"/>
          <p:cNvGraphicFramePr>
            <a:graphicFrameLocks noGrp="1"/>
          </p:cNvGraphicFramePr>
          <p:nvPr/>
        </p:nvGraphicFramePr>
        <p:xfrm>
          <a:off x="381001" y="2209800"/>
          <a:ext cx="6095999" cy="3200400"/>
        </p:xfrm>
        <a:graphic>
          <a:graphicData uri="http://schemas.openxmlformats.org/drawingml/2006/table">
            <a:tbl>
              <a:tblPr firstRow="1" bandRow="1">
                <a:tableStyleId>{912C8C85-51F0-491E-9774-3900AFEF0FD7}</a:tableStyleId>
              </a:tblPr>
              <a:tblGrid>
                <a:gridCol w="1524000">
                  <a:extLst>
                    <a:ext uri="{9D8B030D-6E8A-4147-A177-3AD203B41FA5}">
                      <a16:colId xmlns:a16="http://schemas.microsoft.com/office/drawing/2014/main" val="3180040124"/>
                    </a:ext>
                  </a:extLst>
                </a:gridCol>
                <a:gridCol w="3170620">
                  <a:extLst>
                    <a:ext uri="{9D8B030D-6E8A-4147-A177-3AD203B41FA5}">
                      <a16:colId xmlns:a16="http://schemas.microsoft.com/office/drawing/2014/main" val="3141524875"/>
                    </a:ext>
                  </a:extLst>
                </a:gridCol>
                <a:gridCol w="1401379">
                  <a:extLst>
                    <a:ext uri="{9D8B030D-6E8A-4147-A177-3AD203B41FA5}">
                      <a16:colId xmlns:a16="http://schemas.microsoft.com/office/drawing/2014/main" val="1915661299"/>
                    </a:ext>
                  </a:extLst>
                </a:gridCol>
              </a:tblGrid>
              <a:tr h="457200">
                <a:tc>
                  <a:txBody>
                    <a:bodyPr/>
                    <a:lstStyle/>
                    <a:p>
                      <a:r>
                        <a:rPr lang="en-US" dirty="0">
                          <a:solidFill>
                            <a:schemeClr val="tx1"/>
                          </a:solidFill>
                          <a:effectLst/>
                        </a:rPr>
                        <a:t>Employee</a:t>
                      </a:r>
                    </a:p>
                  </a:txBody>
                  <a:tcPr/>
                </a:tc>
                <a:tc>
                  <a:txBody>
                    <a:bodyPr/>
                    <a:lstStyle/>
                    <a:p>
                      <a:r>
                        <a:rPr lang="en-US" dirty="0">
                          <a:solidFill>
                            <a:schemeClr val="tx1"/>
                          </a:solidFill>
                          <a:effectLst/>
                        </a:rPr>
                        <a:t>DepartmentName</a:t>
                      </a:r>
                    </a:p>
                  </a:txBody>
                  <a:tcPr/>
                </a:tc>
                <a:tc>
                  <a:txBody>
                    <a:bodyPr/>
                    <a:lstStyle/>
                    <a:p>
                      <a:r>
                        <a:rPr lang="en-US" dirty="0">
                          <a:solidFill>
                            <a:schemeClr val="tx1"/>
                          </a:solidFill>
                          <a:effectLst/>
                        </a:rPr>
                        <a:t>Salary</a:t>
                      </a:r>
                    </a:p>
                  </a:txBody>
                  <a:tcPr/>
                </a:tc>
                <a:extLst>
                  <a:ext uri="{0D108BD9-81ED-4DB2-BD59-A6C34878D82A}">
                    <a16:rowId xmlns:a16="http://schemas.microsoft.com/office/drawing/2014/main" val="247495740"/>
                  </a:ext>
                </a:extLst>
              </a:tr>
              <a:tr h="457200">
                <a:tc>
                  <a:txBody>
                    <a:bodyPr/>
                    <a:lstStyle/>
                    <a:p>
                      <a:r>
                        <a:rPr lang="en-US" dirty="0">
                          <a:effectLst/>
                        </a:rPr>
                        <a:t>Adam</a:t>
                      </a:r>
                      <a:endParaRPr lang="en-US" dirty="0">
                        <a:solidFill>
                          <a:schemeClr val="tx1"/>
                        </a:solidFill>
                        <a:effectLst/>
                      </a:endParaRPr>
                    </a:p>
                  </a:txBody>
                  <a:tcPr/>
                </a:tc>
                <a:tc>
                  <a:txBody>
                    <a:bodyPr/>
                    <a:lstStyle/>
                    <a:p>
                      <a:r>
                        <a:rPr lang="en-US" dirty="0">
                          <a:effectLst/>
                        </a:rPr>
                        <a:t>Database Support</a:t>
                      </a:r>
                      <a:endParaRPr lang="en-US" dirty="0">
                        <a:solidFill>
                          <a:schemeClr val="tx1"/>
                        </a:solidFill>
                        <a:effectLst/>
                      </a:endParaRPr>
                    </a:p>
                  </a:txBody>
                  <a:tcPr>
                    <a:solidFill>
                      <a:schemeClr val="accent2">
                        <a:lumMod val="20000"/>
                        <a:lumOff val="80000"/>
                      </a:schemeClr>
                    </a:solidFill>
                  </a:tcPr>
                </a:tc>
                <a:tc>
                  <a:txBody>
                    <a:bodyPr/>
                    <a:lstStyle/>
                    <a:p>
                      <a:r>
                        <a:rPr lang="en-US" dirty="0">
                          <a:effectLst/>
                        </a:rPr>
                        <a:t>5,000</a:t>
                      </a:r>
                      <a:endParaRPr lang="en-US" dirty="0">
                        <a:solidFill>
                          <a:schemeClr val="tx1"/>
                        </a:solidFill>
                        <a:effectLst/>
                      </a:endParaRPr>
                    </a:p>
                  </a:txBody>
                  <a:tcPr/>
                </a:tc>
                <a:extLst>
                  <a:ext uri="{0D108BD9-81ED-4DB2-BD59-A6C34878D82A}">
                    <a16:rowId xmlns:a16="http://schemas.microsoft.com/office/drawing/2014/main" val="3609066432"/>
                  </a:ext>
                </a:extLst>
              </a:tr>
              <a:tr h="457200">
                <a:tc>
                  <a:txBody>
                    <a:bodyPr/>
                    <a:lstStyle/>
                    <a:p>
                      <a:r>
                        <a:rPr lang="en-US" dirty="0">
                          <a:effectLst/>
                        </a:rPr>
                        <a:t>John</a:t>
                      </a:r>
                      <a:endParaRPr lang="en-US" dirty="0">
                        <a:solidFill>
                          <a:schemeClr val="tx1"/>
                        </a:solidFill>
                        <a:effectLst/>
                      </a:endParaRPr>
                    </a:p>
                  </a:txBody>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effectLst/>
                        </a:rPr>
                        <a:t>Database Support</a:t>
                      </a:r>
                      <a:endParaRPr lang="en-US" dirty="0">
                        <a:solidFill>
                          <a:schemeClr val="tx1"/>
                        </a:solidFill>
                        <a:effectLst/>
                      </a:endParaRPr>
                    </a:p>
                  </a:txBody>
                  <a:tcPr>
                    <a:solidFill>
                      <a:schemeClr val="accent2">
                        <a:lumMod val="20000"/>
                        <a:lumOff val="80000"/>
                      </a:schemeClr>
                    </a:solidFill>
                  </a:tcPr>
                </a:tc>
                <a:tc>
                  <a:txBody>
                    <a:bodyPr/>
                    <a:lstStyle/>
                    <a:p>
                      <a:r>
                        <a:rPr lang="en-US" dirty="0">
                          <a:effectLst/>
                        </a:rPr>
                        <a:t>15,000</a:t>
                      </a:r>
                      <a:endParaRPr lang="en-US" dirty="0">
                        <a:solidFill>
                          <a:schemeClr val="tx1"/>
                        </a:solidFill>
                        <a:effectLst/>
                      </a:endParaRPr>
                    </a:p>
                  </a:txBody>
                  <a:tcPr/>
                </a:tc>
                <a:extLst>
                  <a:ext uri="{0D108BD9-81ED-4DB2-BD59-A6C34878D82A}">
                    <a16:rowId xmlns:a16="http://schemas.microsoft.com/office/drawing/2014/main" val="1287682195"/>
                  </a:ext>
                </a:extLst>
              </a:tr>
              <a:tr h="457200">
                <a:tc>
                  <a:txBody>
                    <a:bodyPr/>
                    <a:lstStyle/>
                    <a:p>
                      <a:r>
                        <a:rPr lang="en-US" dirty="0">
                          <a:effectLst/>
                        </a:rPr>
                        <a:t>Jane</a:t>
                      </a:r>
                      <a:endParaRPr lang="en-US" dirty="0">
                        <a:solidFill>
                          <a:schemeClr val="tx1"/>
                        </a:solidFill>
                        <a:effectLst/>
                      </a:endParaRPr>
                    </a:p>
                  </a:txBody>
                  <a:tcPr/>
                </a:tc>
                <a:tc>
                  <a:txBody>
                    <a:bodyPr/>
                    <a:lstStyle/>
                    <a:p>
                      <a:r>
                        <a:rPr lang="en-US" dirty="0">
                          <a:effectLst/>
                        </a:rPr>
                        <a:t>Application Support</a:t>
                      </a:r>
                      <a:endParaRPr lang="en-US" dirty="0">
                        <a:solidFill>
                          <a:schemeClr val="tx1"/>
                        </a:solidFill>
                        <a:effectLst/>
                      </a:endParaRPr>
                    </a:p>
                  </a:txBody>
                  <a:tcPr>
                    <a:solidFill>
                      <a:schemeClr val="tx2">
                        <a:lumMod val="20000"/>
                        <a:lumOff val="80000"/>
                      </a:schemeClr>
                    </a:solidFill>
                  </a:tcPr>
                </a:tc>
                <a:tc>
                  <a:txBody>
                    <a:bodyPr/>
                    <a:lstStyle/>
                    <a:p>
                      <a:r>
                        <a:rPr lang="en-US" dirty="0">
                          <a:effectLst/>
                        </a:rPr>
                        <a:t>10,000</a:t>
                      </a:r>
                      <a:endParaRPr lang="en-US" dirty="0">
                        <a:solidFill>
                          <a:schemeClr val="tx1"/>
                        </a:solidFill>
                        <a:effectLst/>
                      </a:endParaRPr>
                    </a:p>
                  </a:txBody>
                  <a:tcPr/>
                </a:tc>
                <a:extLst>
                  <a:ext uri="{0D108BD9-81ED-4DB2-BD59-A6C34878D82A}">
                    <a16:rowId xmlns:a16="http://schemas.microsoft.com/office/drawing/2014/main" val="1053813033"/>
                  </a:ext>
                </a:extLst>
              </a:tr>
              <a:tr h="457200">
                <a:tc>
                  <a:txBody>
                    <a:bodyPr/>
                    <a:lstStyle/>
                    <a:p>
                      <a:r>
                        <a:rPr lang="en-US" dirty="0">
                          <a:effectLst/>
                        </a:rPr>
                        <a:t>George</a:t>
                      </a:r>
                      <a:endParaRPr lang="en-US" dirty="0">
                        <a:solidFill>
                          <a:schemeClr val="tx1"/>
                        </a:solidFill>
                        <a:effectLst/>
                      </a:endParaRPr>
                    </a:p>
                  </a:txBody>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effectLst/>
                        </a:rPr>
                        <a:t>Application Support</a:t>
                      </a:r>
                      <a:endParaRPr lang="en-US" dirty="0">
                        <a:solidFill>
                          <a:schemeClr val="tx1"/>
                        </a:solidFill>
                        <a:effectLst/>
                      </a:endParaRPr>
                    </a:p>
                  </a:txBody>
                  <a:tcPr>
                    <a:solidFill>
                      <a:schemeClr val="tx2">
                        <a:lumMod val="20000"/>
                        <a:lumOff val="80000"/>
                      </a:schemeClr>
                    </a:solidFill>
                  </a:tcPr>
                </a:tc>
                <a:tc>
                  <a:txBody>
                    <a:bodyPr/>
                    <a:lstStyle/>
                    <a:p>
                      <a:r>
                        <a:rPr lang="en-US" dirty="0">
                          <a:effectLst/>
                        </a:rPr>
                        <a:t>15,000</a:t>
                      </a:r>
                      <a:endParaRPr lang="en-US" dirty="0">
                        <a:solidFill>
                          <a:schemeClr val="tx1"/>
                        </a:solidFill>
                        <a:effectLst/>
                      </a:endParaRPr>
                    </a:p>
                  </a:txBody>
                  <a:tcPr/>
                </a:tc>
                <a:extLst>
                  <a:ext uri="{0D108BD9-81ED-4DB2-BD59-A6C34878D82A}">
                    <a16:rowId xmlns:a16="http://schemas.microsoft.com/office/drawing/2014/main" val="2640231826"/>
                  </a:ext>
                </a:extLst>
              </a:tr>
              <a:tr h="457200">
                <a:tc>
                  <a:txBody>
                    <a:bodyPr/>
                    <a:lstStyle/>
                    <a:p>
                      <a:r>
                        <a:rPr lang="en-US" dirty="0">
                          <a:effectLst/>
                        </a:rPr>
                        <a:t>Lila</a:t>
                      </a:r>
                      <a:endParaRPr lang="en-US" dirty="0">
                        <a:solidFill>
                          <a:schemeClr val="tx1"/>
                        </a:solidFill>
                        <a:effectLst/>
                      </a:endParaRPr>
                    </a:p>
                  </a:txBody>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effectLst/>
                        </a:rPr>
                        <a:t>Application Support</a:t>
                      </a:r>
                      <a:endParaRPr lang="en-US" dirty="0">
                        <a:solidFill>
                          <a:schemeClr val="tx1"/>
                        </a:solidFill>
                        <a:effectLst/>
                      </a:endParaRPr>
                    </a:p>
                  </a:txBody>
                  <a:tcPr>
                    <a:solidFill>
                      <a:schemeClr val="tx2">
                        <a:lumMod val="20000"/>
                        <a:lumOff val="80000"/>
                      </a:schemeClr>
                    </a:solidFill>
                  </a:tcPr>
                </a:tc>
                <a:tc>
                  <a:txBody>
                    <a:bodyPr/>
                    <a:lstStyle/>
                    <a:p>
                      <a:r>
                        <a:rPr lang="en-US" dirty="0">
                          <a:effectLst/>
                        </a:rPr>
                        <a:t>5,000</a:t>
                      </a:r>
                      <a:endParaRPr lang="en-US" dirty="0">
                        <a:solidFill>
                          <a:schemeClr val="tx1"/>
                        </a:solidFill>
                        <a:effectLst/>
                      </a:endParaRPr>
                    </a:p>
                  </a:txBody>
                  <a:tcPr/>
                </a:tc>
                <a:extLst>
                  <a:ext uri="{0D108BD9-81ED-4DB2-BD59-A6C34878D82A}">
                    <a16:rowId xmlns:a16="http://schemas.microsoft.com/office/drawing/2014/main" val="1267294716"/>
                  </a:ext>
                </a:extLst>
              </a:tr>
              <a:tr h="457200">
                <a:tc>
                  <a:txBody>
                    <a:bodyPr/>
                    <a:lstStyle/>
                    <a:p>
                      <a:r>
                        <a:rPr lang="en-US" dirty="0">
                          <a:effectLst/>
                        </a:rPr>
                        <a:t>Fred</a:t>
                      </a:r>
                      <a:endParaRPr lang="en-US" dirty="0">
                        <a:solidFill>
                          <a:schemeClr val="tx1"/>
                        </a:solidFill>
                        <a:effectLst/>
                      </a:endParaRPr>
                    </a:p>
                  </a:txBody>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effectLst/>
                        </a:rPr>
                        <a:t>Software Support</a:t>
                      </a:r>
                      <a:endParaRPr lang="en-US" dirty="0">
                        <a:solidFill>
                          <a:schemeClr val="tx1"/>
                        </a:solidFill>
                        <a:effectLst/>
                      </a:endParaRPr>
                    </a:p>
                  </a:txBody>
                  <a:tcPr>
                    <a:solidFill>
                      <a:schemeClr val="bg1">
                        <a:lumMod val="20000"/>
                        <a:lumOff val="80000"/>
                      </a:schemeClr>
                    </a:solidFill>
                  </a:tcPr>
                </a:tc>
                <a:tc>
                  <a:txBody>
                    <a:bodyPr/>
                    <a:lstStyle/>
                    <a:p>
                      <a:r>
                        <a:rPr lang="en-US" dirty="0">
                          <a:effectLst/>
                        </a:rPr>
                        <a:t>15,000</a:t>
                      </a:r>
                      <a:endParaRPr lang="en-US" dirty="0">
                        <a:solidFill>
                          <a:schemeClr val="tx1"/>
                        </a:solidFill>
                        <a:effectLst/>
                      </a:endParaRPr>
                    </a:p>
                  </a:txBody>
                  <a:tcPr/>
                </a:tc>
                <a:extLst>
                  <a:ext uri="{0D108BD9-81ED-4DB2-BD59-A6C34878D82A}">
                    <a16:rowId xmlns:a16="http://schemas.microsoft.com/office/drawing/2014/main" val="934848964"/>
                  </a:ext>
                </a:extLst>
              </a:tr>
            </a:tbl>
          </a:graphicData>
        </a:graphic>
      </p:graphicFrame>
      <p:graphicFrame>
        <p:nvGraphicFramePr>
          <p:cNvPr id="6" name="Table 5"/>
          <p:cNvGraphicFramePr>
            <a:graphicFrameLocks noGrp="1"/>
          </p:cNvGraphicFramePr>
          <p:nvPr/>
        </p:nvGraphicFramePr>
        <p:xfrm>
          <a:off x="7515211" y="2895600"/>
          <a:ext cx="4267200" cy="1828800"/>
        </p:xfrm>
        <a:graphic>
          <a:graphicData uri="http://schemas.openxmlformats.org/drawingml/2006/table">
            <a:tbl>
              <a:tblPr firstRow="1" bandRow="1">
                <a:tableStyleId>{912C8C85-51F0-491E-9774-3900AFEF0FD7}</a:tableStyleId>
              </a:tblPr>
              <a:tblGrid>
                <a:gridCol w="2666999">
                  <a:extLst>
                    <a:ext uri="{9D8B030D-6E8A-4147-A177-3AD203B41FA5}">
                      <a16:colId xmlns:a16="http://schemas.microsoft.com/office/drawing/2014/main" val="1444822382"/>
                    </a:ext>
                  </a:extLst>
                </a:gridCol>
                <a:gridCol w="1600201">
                  <a:extLst>
                    <a:ext uri="{9D8B030D-6E8A-4147-A177-3AD203B41FA5}">
                      <a16:colId xmlns:a16="http://schemas.microsoft.com/office/drawing/2014/main" val="1109817519"/>
                    </a:ext>
                  </a:extLst>
                </a:gridCol>
              </a:tblGrid>
              <a:tr h="457200">
                <a:tc>
                  <a:txBody>
                    <a:bodyPr/>
                    <a:lstStyle/>
                    <a:p>
                      <a:r>
                        <a:rPr lang="en-US" dirty="0">
                          <a:solidFill>
                            <a:schemeClr val="tx1"/>
                          </a:solidFill>
                          <a:effectLst/>
                        </a:rPr>
                        <a:t>DepartmentName</a:t>
                      </a:r>
                    </a:p>
                  </a:txBody>
                  <a:tcPr/>
                </a:tc>
                <a:tc>
                  <a:txBody>
                    <a:bodyPr/>
                    <a:lstStyle/>
                    <a:p>
                      <a:r>
                        <a:rPr lang="en-US" dirty="0">
                          <a:solidFill>
                            <a:schemeClr val="tx1"/>
                          </a:solidFill>
                          <a:effectLst/>
                        </a:rPr>
                        <a:t>TotalSalary</a:t>
                      </a:r>
                    </a:p>
                  </a:txBody>
                  <a:tcPr/>
                </a:tc>
                <a:extLst>
                  <a:ext uri="{0D108BD9-81ED-4DB2-BD59-A6C34878D82A}">
                    <a16:rowId xmlns:a16="http://schemas.microsoft.com/office/drawing/2014/main" val="3449101239"/>
                  </a:ext>
                </a:extLst>
              </a:tr>
              <a:tr h="457200">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effectLst/>
                        </a:rPr>
                        <a:t>Database Support</a:t>
                      </a:r>
                      <a:endParaRPr lang="en-US" dirty="0">
                        <a:solidFill>
                          <a:schemeClr val="tx1"/>
                        </a:solidFill>
                        <a:effectLst/>
                      </a:endParaRPr>
                    </a:p>
                  </a:txBody>
                  <a:tcPr/>
                </a:tc>
                <a:tc>
                  <a:txBody>
                    <a:bodyPr/>
                    <a:lstStyle/>
                    <a:p>
                      <a:r>
                        <a:rPr lang="en-US" dirty="0">
                          <a:effectLst/>
                        </a:rPr>
                        <a:t>20,000</a:t>
                      </a:r>
                      <a:endParaRPr lang="en-US" dirty="0">
                        <a:solidFill>
                          <a:schemeClr val="tx1"/>
                        </a:solidFill>
                        <a:effectLst/>
                      </a:endParaRPr>
                    </a:p>
                  </a:txBody>
                  <a:tcPr/>
                </a:tc>
                <a:extLst>
                  <a:ext uri="{0D108BD9-81ED-4DB2-BD59-A6C34878D82A}">
                    <a16:rowId xmlns:a16="http://schemas.microsoft.com/office/drawing/2014/main" val="2908875595"/>
                  </a:ext>
                </a:extLst>
              </a:tr>
              <a:tr h="457200">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effectLst/>
                        </a:rPr>
                        <a:t>Application Support</a:t>
                      </a:r>
                      <a:endParaRPr lang="en-US" dirty="0">
                        <a:solidFill>
                          <a:schemeClr val="tx1"/>
                        </a:solidFill>
                        <a:effectLst/>
                      </a:endParaRPr>
                    </a:p>
                  </a:txBody>
                  <a:tcPr/>
                </a:tc>
                <a:tc>
                  <a:txBody>
                    <a:bodyPr/>
                    <a:lstStyle/>
                    <a:p>
                      <a:r>
                        <a:rPr lang="en-US" dirty="0">
                          <a:effectLst/>
                        </a:rPr>
                        <a:t>30,000</a:t>
                      </a:r>
                      <a:endParaRPr lang="en-US" dirty="0">
                        <a:solidFill>
                          <a:schemeClr val="tx1"/>
                        </a:solidFill>
                        <a:effectLst/>
                      </a:endParaRPr>
                    </a:p>
                  </a:txBody>
                  <a:tcPr/>
                </a:tc>
                <a:extLst>
                  <a:ext uri="{0D108BD9-81ED-4DB2-BD59-A6C34878D82A}">
                    <a16:rowId xmlns:a16="http://schemas.microsoft.com/office/drawing/2014/main" val="412535321"/>
                  </a:ext>
                </a:extLst>
              </a:tr>
              <a:tr h="457200">
                <a:tc>
                  <a:txBody>
                    <a:bodyPr/>
                    <a:lstStyle/>
                    <a:p>
                      <a:r>
                        <a:rPr lang="en-US" dirty="0">
                          <a:effectLst/>
                        </a:rPr>
                        <a:t>Software Support</a:t>
                      </a:r>
                      <a:endParaRPr lang="en-US" dirty="0">
                        <a:solidFill>
                          <a:schemeClr val="tx1"/>
                        </a:solidFill>
                        <a:effectLst/>
                      </a:endParaRPr>
                    </a:p>
                  </a:txBody>
                  <a:tcPr/>
                </a:tc>
                <a:tc>
                  <a:txBody>
                    <a:bodyPr/>
                    <a:lstStyle/>
                    <a:p>
                      <a:r>
                        <a:rPr lang="en-US" dirty="0">
                          <a:effectLst/>
                        </a:rPr>
                        <a:t>15,000</a:t>
                      </a:r>
                      <a:endParaRPr lang="en-US" dirty="0">
                        <a:solidFill>
                          <a:schemeClr val="tx1"/>
                        </a:solidFill>
                        <a:effectLst/>
                      </a:endParaRPr>
                    </a:p>
                  </a:txBody>
                  <a:tcPr/>
                </a:tc>
                <a:extLst>
                  <a:ext uri="{0D108BD9-81ED-4DB2-BD59-A6C34878D82A}">
                    <a16:rowId xmlns:a16="http://schemas.microsoft.com/office/drawing/2014/main" val="3347448364"/>
                  </a:ext>
                </a:extLst>
              </a:tr>
            </a:tbl>
          </a:graphicData>
        </a:graphic>
      </p:graphicFrame>
      <p:sp>
        <p:nvSpPr>
          <p:cNvPr id="14" name="Right Arrow 15"/>
          <p:cNvSpPr/>
          <p:nvPr/>
        </p:nvSpPr>
        <p:spPr>
          <a:xfrm rot="1884745">
            <a:off x="6588566" y="3117080"/>
            <a:ext cx="598050" cy="373330"/>
          </a:xfrm>
          <a:prstGeom prst="rightArrow">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5" name="Right Arrow 15"/>
          <p:cNvSpPr/>
          <p:nvPr/>
        </p:nvSpPr>
        <p:spPr>
          <a:xfrm>
            <a:off x="6588565" y="3879080"/>
            <a:ext cx="598050" cy="373330"/>
          </a:xfrm>
          <a:prstGeom prst="rightArrow">
            <a:avLst/>
          </a:prstGeom>
          <a:solidFill>
            <a:schemeClr val="tx1">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6" name="Right Arrow 15"/>
          <p:cNvSpPr/>
          <p:nvPr/>
        </p:nvSpPr>
        <p:spPr>
          <a:xfrm rot="19680784">
            <a:off x="6570486" y="4638004"/>
            <a:ext cx="598050" cy="373330"/>
          </a:xfrm>
          <a:prstGeom prst="rightArrow">
            <a:avLst/>
          </a:prstGeom>
          <a:solidFill>
            <a:schemeClr val="bg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1" name="Slide Number">
            <a:extLst>
              <a:ext uri="{FF2B5EF4-FFF2-40B4-BE49-F238E27FC236}">
                <a16:creationId xmlns:a16="http://schemas.microsoft.com/office/drawing/2014/main" id="{0E760564-23C4-467A-977F-ACAEE4F3A81D}"/>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20</a:t>
            </a:fld>
            <a:endParaRPr lang="en-US" noProof="0" dirty="0"/>
          </a:p>
        </p:txBody>
      </p:sp>
    </p:spTree>
    <p:extLst>
      <p:ext uri="{BB962C8B-B14F-4D97-AF65-F5344CB8AC3E}">
        <p14:creationId xmlns:p14="http://schemas.microsoft.com/office/powerpoint/2010/main" val="46083106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2"/>
          <p:cNvSpPr>
            <a:spLocks noGrp="1"/>
          </p:cNvSpPr>
          <p:nvPr>
            <p:ph idx="10"/>
          </p:nvPr>
        </p:nvSpPr>
        <p:spPr/>
        <p:txBody>
          <a:bodyPr/>
          <a:lstStyle/>
          <a:p>
            <a:r>
              <a:rPr lang="en-US" noProof="1"/>
              <a:t>If any department </a:t>
            </a:r>
            <a:r>
              <a:rPr lang="en-US" b="1" noProof="1">
                <a:solidFill>
                  <a:schemeClr val="bg1"/>
                </a:solidFill>
              </a:rPr>
              <a:t>has no salaries</a:t>
            </a:r>
            <a:r>
              <a:rPr lang="en-US" noProof="1"/>
              <a:t>, it </a:t>
            </a:r>
            <a:r>
              <a:rPr lang="en-US" b="1" noProof="1">
                <a:solidFill>
                  <a:schemeClr val="bg1"/>
                </a:solidFill>
              </a:rPr>
              <a:t>returns </a:t>
            </a:r>
            <a:r>
              <a:rPr lang="en-US" b="1" noProof="1">
                <a:solidFill>
                  <a:schemeClr val="bg1"/>
                </a:solidFill>
                <a:latin typeface="Consolas" panose="020B0609020204030204" pitchFamily="49" charset="0"/>
              </a:rPr>
              <a:t>NULL</a:t>
            </a:r>
            <a:endParaRPr lang="en-US" noProof="1"/>
          </a:p>
        </p:txBody>
      </p:sp>
      <p:sp>
        <p:nvSpPr>
          <p:cNvPr id="465922" name="Rectangle 2"/>
          <p:cNvSpPr>
            <a:spLocks noGrp="1" noChangeArrowheads="1"/>
          </p:cNvSpPr>
          <p:nvPr>
            <p:ph type="title"/>
          </p:nvPr>
        </p:nvSpPr>
        <p:spPr/>
        <p:txBody>
          <a:bodyPr/>
          <a:lstStyle/>
          <a:p>
            <a:r>
              <a:rPr lang="en-US"/>
              <a:t>SUM Syntax</a:t>
            </a:r>
            <a:endParaRPr lang="bg-BG" dirty="0"/>
          </a:p>
        </p:txBody>
      </p:sp>
      <p:sp>
        <p:nvSpPr>
          <p:cNvPr id="10" name="Rectangle 9"/>
          <p:cNvSpPr>
            <a:spLocks noChangeArrowheads="1"/>
          </p:cNvSpPr>
          <p:nvPr/>
        </p:nvSpPr>
        <p:spPr bwMode="auto">
          <a:xfrm>
            <a:off x="696000" y="2596160"/>
            <a:ext cx="8640000" cy="2136867"/>
          </a:xfrm>
          <a:prstGeom prst="rect">
            <a:avLst/>
          </a:prstGeom>
          <a:solidFill>
            <a:schemeClr val="accent5">
              <a:lumMod val="40000"/>
              <a:lumOff val="60000"/>
              <a:alpha val="20000"/>
            </a:schemeClr>
          </a:solidFill>
          <a:ln w="12700">
            <a:solidFill>
              <a:schemeClr val="accent5">
                <a:lumMod val="60000"/>
                <a:lumOff val="40000"/>
              </a:schemeClr>
            </a:solidFill>
          </a:ln>
        </p:spPr>
        <p:txBody>
          <a:bodyPr wrap="square">
            <a:spAutoFit/>
          </a:bodyPr>
          <a:lstStyle/>
          <a:p>
            <a:pPr>
              <a:lnSpc>
                <a:spcPct val="105000"/>
              </a:lnSpc>
            </a:pPr>
            <a:r>
              <a:rPr lang="en-US" sz="3200" b="1" dirty="0">
                <a:latin typeface="Consolas" pitchFamily="49" charset="0"/>
                <a:cs typeface="Consolas" pitchFamily="49" charset="0"/>
              </a:rPr>
              <a:t>  SELECT e.</a:t>
            </a:r>
            <a:r>
              <a:rPr lang="en-US" sz="3200" b="1" noProof="1">
                <a:latin typeface="Consolas" pitchFamily="49" charset="0"/>
                <a:cs typeface="Consolas" pitchFamily="49" charset="0"/>
              </a:rPr>
              <a:t>DepartmentID</a:t>
            </a:r>
            <a:r>
              <a:rPr lang="en-US" sz="3200" b="1" dirty="0">
                <a:latin typeface="Consolas" pitchFamily="49" charset="0"/>
                <a:cs typeface="Consolas" pitchFamily="49" charset="0"/>
              </a:rPr>
              <a:t>,</a:t>
            </a:r>
          </a:p>
          <a:p>
            <a:pPr>
              <a:lnSpc>
                <a:spcPct val="105000"/>
              </a:lnSpc>
            </a:pPr>
            <a:r>
              <a:rPr lang="en-US" sz="3200" b="1" dirty="0">
                <a:latin typeface="Consolas" pitchFamily="49" charset="0"/>
                <a:cs typeface="Consolas" pitchFamily="49" charset="0"/>
              </a:rPr>
              <a:t>         </a:t>
            </a:r>
            <a:r>
              <a:rPr lang="en-US" sz="3200" b="1" dirty="0">
                <a:solidFill>
                  <a:schemeClr val="bg1"/>
                </a:solidFill>
                <a:latin typeface="Consolas" pitchFamily="49" charset="0"/>
                <a:cs typeface="Consolas" pitchFamily="49" charset="0"/>
              </a:rPr>
              <a:t>SUM</a:t>
            </a:r>
            <a:r>
              <a:rPr lang="en-US" sz="3200" b="1" dirty="0">
                <a:latin typeface="Consolas" pitchFamily="49" charset="0"/>
                <a:cs typeface="Consolas" pitchFamily="49" charset="0"/>
              </a:rPr>
              <a:t>(</a:t>
            </a:r>
            <a:r>
              <a:rPr lang="en-US" sz="3200" b="1" dirty="0">
                <a:solidFill>
                  <a:schemeClr val="bg1"/>
                </a:solidFill>
                <a:latin typeface="Consolas" pitchFamily="49" charset="0"/>
                <a:cs typeface="Consolas" pitchFamily="49" charset="0"/>
              </a:rPr>
              <a:t>e.Salary</a:t>
            </a:r>
            <a:r>
              <a:rPr lang="en-US" sz="3200" b="1" dirty="0">
                <a:latin typeface="Consolas" pitchFamily="49" charset="0"/>
                <a:cs typeface="Consolas" pitchFamily="49" charset="0"/>
              </a:rPr>
              <a:t>) AS </a:t>
            </a:r>
            <a:r>
              <a:rPr lang="en-US" sz="3200" b="1" noProof="1">
                <a:solidFill>
                  <a:schemeClr val="bg1"/>
                </a:solidFill>
                <a:latin typeface="Consolas" pitchFamily="49" charset="0"/>
                <a:cs typeface="Consolas" pitchFamily="49" charset="0"/>
              </a:rPr>
              <a:t>TotalSalary</a:t>
            </a:r>
          </a:p>
          <a:p>
            <a:pPr>
              <a:lnSpc>
                <a:spcPct val="105000"/>
              </a:lnSpc>
            </a:pPr>
            <a:r>
              <a:rPr lang="en-GB" sz="3200" b="1" dirty="0">
                <a:latin typeface="Consolas" pitchFamily="49" charset="0"/>
                <a:cs typeface="Consolas" pitchFamily="49" charset="0"/>
              </a:rPr>
              <a:t>    FROM Employees AS e</a:t>
            </a:r>
          </a:p>
          <a:p>
            <a:pPr>
              <a:lnSpc>
                <a:spcPct val="105000"/>
              </a:lnSpc>
            </a:pPr>
            <a:r>
              <a:rPr lang="en-GB" sz="3200" b="1" dirty="0">
                <a:latin typeface="Consolas" pitchFamily="49" charset="0"/>
                <a:cs typeface="Consolas" pitchFamily="49" charset="0"/>
              </a:rPr>
              <a:t>GROUP BY </a:t>
            </a:r>
            <a:r>
              <a:rPr lang="en-US" sz="3200" b="1" dirty="0">
                <a:latin typeface="Consolas" pitchFamily="49" charset="0"/>
                <a:cs typeface="Consolas" pitchFamily="49" charset="0"/>
              </a:rPr>
              <a:t>e.</a:t>
            </a:r>
            <a:r>
              <a:rPr lang="en-US" sz="3200" b="1" noProof="1">
                <a:latin typeface="Consolas" pitchFamily="49" charset="0"/>
                <a:cs typeface="Consolas" pitchFamily="49" charset="0"/>
              </a:rPr>
              <a:t>DepartmentID</a:t>
            </a:r>
          </a:p>
        </p:txBody>
      </p:sp>
      <p:sp>
        <p:nvSpPr>
          <p:cNvPr id="8" name="AutoShape 7"/>
          <p:cNvSpPr>
            <a:spLocks noChangeArrowheads="1"/>
          </p:cNvSpPr>
          <p:nvPr/>
        </p:nvSpPr>
        <p:spPr bwMode="auto">
          <a:xfrm>
            <a:off x="4161000" y="1959178"/>
            <a:ext cx="2926381" cy="590799"/>
          </a:xfrm>
          <a:prstGeom prst="wedgeRoundRectCallout">
            <a:avLst>
              <a:gd name="adj1" fmla="val -59755"/>
              <a:gd name="adj2" fmla="val 52232"/>
              <a:gd name="adj3" fmla="val 16667"/>
            </a:avLst>
          </a:prstGeom>
          <a:solidFill>
            <a:schemeClr val="tx1">
              <a:alpha val="80000"/>
            </a:schemeClr>
          </a:solidFill>
          <a:ln w="19050">
            <a:solidFill>
              <a:schemeClr val="tx1">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b="1" noProof="1">
                <a:solidFill>
                  <a:srgbClr val="FFFFFF"/>
                </a:solidFill>
                <a:effectLst>
                  <a:outerShdw blurRad="38100" dist="38100" dir="2700000" algn="tl">
                    <a:srgbClr val="000000">
                      <a:alpha val="43137"/>
                    </a:srgbClr>
                  </a:outerShdw>
                </a:effectLst>
              </a:rPr>
              <a:t>Grouping Column</a:t>
            </a:r>
          </a:p>
        </p:txBody>
      </p:sp>
      <p:sp>
        <p:nvSpPr>
          <p:cNvPr id="13" name="AutoShape 7"/>
          <p:cNvSpPr>
            <a:spLocks noChangeArrowheads="1"/>
          </p:cNvSpPr>
          <p:nvPr/>
        </p:nvSpPr>
        <p:spPr bwMode="auto">
          <a:xfrm>
            <a:off x="7738650" y="2556466"/>
            <a:ext cx="2971800" cy="558485"/>
          </a:xfrm>
          <a:prstGeom prst="wedgeRoundRectCallout">
            <a:avLst>
              <a:gd name="adj1" fmla="val -59226"/>
              <a:gd name="adj2" fmla="val 44887"/>
              <a:gd name="adj3" fmla="val 16667"/>
            </a:avLst>
          </a:prstGeom>
          <a:solidFill>
            <a:schemeClr val="tx1">
              <a:alpha val="80000"/>
            </a:schemeClr>
          </a:solidFill>
          <a:ln w="19050">
            <a:solidFill>
              <a:schemeClr val="tx1">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b="1" noProof="1">
                <a:solidFill>
                  <a:srgbClr val="FFFFFF"/>
                </a:solidFill>
                <a:effectLst>
                  <a:outerShdw blurRad="38100" dist="38100" dir="2700000" algn="tl">
                    <a:srgbClr val="000000">
                      <a:alpha val="43137"/>
                    </a:srgbClr>
                  </a:outerShdw>
                </a:effectLst>
              </a:rPr>
              <a:t>New Column Alias</a:t>
            </a:r>
          </a:p>
        </p:txBody>
      </p:sp>
      <p:sp>
        <p:nvSpPr>
          <p:cNvPr id="9" name="Slide Number">
            <a:extLst>
              <a:ext uri="{FF2B5EF4-FFF2-40B4-BE49-F238E27FC236}">
                <a16:creationId xmlns:a16="http://schemas.microsoft.com/office/drawing/2014/main" id="{6CD62195-CC65-424E-99EF-F568FE1927DF}"/>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21</a:t>
            </a:fld>
            <a:endParaRPr lang="en-US" noProof="0" dirty="0"/>
          </a:p>
        </p:txBody>
      </p:sp>
    </p:spTree>
    <p:extLst>
      <p:ext uri="{BB962C8B-B14F-4D97-AF65-F5344CB8AC3E}">
        <p14:creationId xmlns:p14="http://schemas.microsoft.com/office/powerpoint/2010/main" val="151828978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2"/>
          <p:cNvSpPr>
            <a:spLocks noGrp="1"/>
          </p:cNvSpPr>
          <p:nvPr>
            <p:ph idx="10"/>
          </p:nvPr>
        </p:nvSpPr>
        <p:spPr/>
        <p:txBody>
          <a:bodyPr/>
          <a:lstStyle/>
          <a:p>
            <a:pPr>
              <a:buClr>
                <a:schemeClr val="tx1"/>
              </a:buClr>
            </a:pPr>
            <a:r>
              <a:rPr lang="en-US" b="1" dirty="0">
                <a:solidFill>
                  <a:schemeClr val="bg1"/>
                </a:solidFill>
                <a:latin typeface="Consolas" panose="020B0609020204030204" pitchFamily="49" charset="0"/>
              </a:rPr>
              <a:t>MAX</a:t>
            </a:r>
            <a:r>
              <a:rPr lang="en-US" dirty="0"/>
              <a:t> - takes </a:t>
            </a:r>
            <a:r>
              <a:rPr lang="en-US" b="1" dirty="0">
                <a:solidFill>
                  <a:schemeClr val="bg1"/>
                </a:solidFill>
              </a:rPr>
              <a:t>the largest value </a:t>
            </a:r>
            <a:r>
              <a:rPr lang="en-US" dirty="0"/>
              <a:t>in a column</a:t>
            </a:r>
          </a:p>
        </p:txBody>
      </p:sp>
      <p:sp>
        <p:nvSpPr>
          <p:cNvPr id="465922" name="Rectangle 2"/>
          <p:cNvSpPr>
            <a:spLocks noGrp="1" noChangeArrowheads="1"/>
          </p:cNvSpPr>
          <p:nvPr>
            <p:ph type="title"/>
          </p:nvPr>
        </p:nvSpPr>
        <p:spPr/>
        <p:txBody>
          <a:bodyPr/>
          <a:lstStyle/>
          <a:p>
            <a:r>
              <a:rPr lang="en-US"/>
              <a:t>Aggregate Functions: MAX</a:t>
            </a:r>
            <a:endParaRPr lang="bg-BG" dirty="0"/>
          </a:p>
        </p:txBody>
      </p:sp>
      <p:graphicFrame>
        <p:nvGraphicFramePr>
          <p:cNvPr id="4" name="Table 3"/>
          <p:cNvGraphicFramePr>
            <a:graphicFrameLocks noGrp="1"/>
          </p:cNvGraphicFramePr>
          <p:nvPr/>
        </p:nvGraphicFramePr>
        <p:xfrm>
          <a:off x="381001" y="2209800"/>
          <a:ext cx="6095999" cy="3200400"/>
        </p:xfrm>
        <a:graphic>
          <a:graphicData uri="http://schemas.openxmlformats.org/drawingml/2006/table">
            <a:tbl>
              <a:tblPr firstRow="1" bandRow="1">
                <a:tableStyleId>{912C8C85-51F0-491E-9774-3900AFEF0FD7}</a:tableStyleId>
              </a:tblPr>
              <a:tblGrid>
                <a:gridCol w="1524000">
                  <a:extLst>
                    <a:ext uri="{9D8B030D-6E8A-4147-A177-3AD203B41FA5}">
                      <a16:colId xmlns:a16="http://schemas.microsoft.com/office/drawing/2014/main" val="3180040124"/>
                    </a:ext>
                  </a:extLst>
                </a:gridCol>
                <a:gridCol w="3170620">
                  <a:extLst>
                    <a:ext uri="{9D8B030D-6E8A-4147-A177-3AD203B41FA5}">
                      <a16:colId xmlns:a16="http://schemas.microsoft.com/office/drawing/2014/main" val="3141524875"/>
                    </a:ext>
                  </a:extLst>
                </a:gridCol>
                <a:gridCol w="1401379">
                  <a:extLst>
                    <a:ext uri="{9D8B030D-6E8A-4147-A177-3AD203B41FA5}">
                      <a16:colId xmlns:a16="http://schemas.microsoft.com/office/drawing/2014/main" val="1915661299"/>
                    </a:ext>
                  </a:extLst>
                </a:gridCol>
              </a:tblGrid>
              <a:tr h="457200">
                <a:tc>
                  <a:txBody>
                    <a:bodyPr/>
                    <a:lstStyle/>
                    <a:p>
                      <a:r>
                        <a:rPr lang="en-US" dirty="0">
                          <a:solidFill>
                            <a:schemeClr val="tx1"/>
                          </a:solidFill>
                          <a:effectLst/>
                        </a:rPr>
                        <a:t>Employee</a:t>
                      </a:r>
                    </a:p>
                  </a:txBody>
                  <a:tcPr/>
                </a:tc>
                <a:tc>
                  <a:txBody>
                    <a:bodyPr/>
                    <a:lstStyle/>
                    <a:p>
                      <a:r>
                        <a:rPr lang="en-US" dirty="0">
                          <a:solidFill>
                            <a:schemeClr val="tx1"/>
                          </a:solidFill>
                          <a:effectLst/>
                        </a:rPr>
                        <a:t>DepartmentName</a:t>
                      </a:r>
                    </a:p>
                  </a:txBody>
                  <a:tcPr/>
                </a:tc>
                <a:tc>
                  <a:txBody>
                    <a:bodyPr/>
                    <a:lstStyle/>
                    <a:p>
                      <a:r>
                        <a:rPr lang="en-US" dirty="0">
                          <a:solidFill>
                            <a:schemeClr val="tx1"/>
                          </a:solidFill>
                          <a:effectLst/>
                        </a:rPr>
                        <a:t>Salary</a:t>
                      </a:r>
                    </a:p>
                  </a:txBody>
                  <a:tcPr/>
                </a:tc>
                <a:extLst>
                  <a:ext uri="{0D108BD9-81ED-4DB2-BD59-A6C34878D82A}">
                    <a16:rowId xmlns:a16="http://schemas.microsoft.com/office/drawing/2014/main" val="247495740"/>
                  </a:ext>
                </a:extLst>
              </a:tr>
              <a:tr h="457200">
                <a:tc>
                  <a:txBody>
                    <a:bodyPr/>
                    <a:lstStyle/>
                    <a:p>
                      <a:r>
                        <a:rPr lang="en-US" dirty="0">
                          <a:effectLst/>
                        </a:rPr>
                        <a:t>Adam</a:t>
                      </a:r>
                      <a:endParaRPr lang="en-US" dirty="0">
                        <a:solidFill>
                          <a:schemeClr val="tx1"/>
                        </a:solidFill>
                        <a:effectLst/>
                      </a:endParaRPr>
                    </a:p>
                  </a:txBody>
                  <a:tcPr/>
                </a:tc>
                <a:tc>
                  <a:txBody>
                    <a:bodyPr/>
                    <a:lstStyle/>
                    <a:p>
                      <a:r>
                        <a:rPr lang="en-US" dirty="0">
                          <a:effectLst/>
                        </a:rPr>
                        <a:t>Database Support</a:t>
                      </a:r>
                      <a:endParaRPr lang="en-US" dirty="0">
                        <a:solidFill>
                          <a:schemeClr val="tx1"/>
                        </a:solidFill>
                        <a:effectLst/>
                      </a:endParaRPr>
                    </a:p>
                  </a:txBody>
                  <a:tcPr>
                    <a:solidFill>
                      <a:schemeClr val="accent2">
                        <a:lumMod val="20000"/>
                        <a:lumOff val="80000"/>
                      </a:schemeClr>
                    </a:solidFill>
                  </a:tcPr>
                </a:tc>
                <a:tc>
                  <a:txBody>
                    <a:bodyPr/>
                    <a:lstStyle/>
                    <a:p>
                      <a:r>
                        <a:rPr lang="en-US" dirty="0">
                          <a:effectLst/>
                        </a:rPr>
                        <a:t>5,000</a:t>
                      </a:r>
                      <a:endParaRPr lang="en-US" dirty="0">
                        <a:solidFill>
                          <a:schemeClr val="tx1"/>
                        </a:solidFill>
                        <a:effectLst/>
                      </a:endParaRPr>
                    </a:p>
                  </a:txBody>
                  <a:tcPr/>
                </a:tc>
                <a:extLst>
                  <a:ext uri="{0D108BD9-81ED-4DB2-BD59-A6C34878D82A}">
                    <a16:rowId xmlns:a16="http://schemas.microsoft.com/office/drawing/2014/main" val="3609066432"/>
                  </a:ext>
                </a:extLst>
              </a:tr>
              <a:tr h="457200">
                <a:tc>
                  <a:txBody>
                    <a:bodyPr/>
                    <a:lstStyle/>
                    <a:p>
                      <a:r>
                        <a:rPr lang="en-US" dirty="0">
                          <a:effectLst/>
                        </a:rPr>
                        <a:t>John</a:t>
                      </a:r>
                      <a:endParaRPr lang="en-US" dirty="0">
                        <a:solidFill>
                          <a:schemeClr val="tx1"/>
                        </a:solidFill>
                        <a:effectLst/>
                      </a:endParaRPr>
                    </a:p>
                  </a:txBody>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effectLst/>
                        </a:rPr>
                        <a:t>Database Support</a:t>
                      </a:r>
                      <a:endParaRPr lang="en-US" dirty="0">
                        <a:solidFill>
                          <a:schemeClr val="tx1"/>
                        </a:solidFill>
                        <a:effectLst/>
                      </a:endParaRPr>
                    </a:p>
                  </a:txBody>
                  <a:tcPr>
                    <a:solidFill>
                      <a:schemeClr val="accent2">
                        <a:lumMod val="20000"/>
                        <a:lumOff val="80000"/>
                      </a:schemeClr>
                    </a:solidFill>
                  </a:tcPr>
                </a:tc>
                <a:tc>
                  <a:txBody>
                    <a:bodyPr/>
                    <a:lstStyle/>
                    <a:p>
                      <a:r>
                        <a:rPr lang="en-US" dirty="0">
                          <a:effectLst/>
                        </a:rPr>
                        <a:t>15,000</a:t>
                      </a:r>
                      <a:endParaRPr lang="en-US" dirty="0">
                        <a:solidFill>
                          <a:schemeClr val="tx1"/>
                        </a:solidFill>
                        <a:effectLst/>
                      </a:endParaRPr>
                    </a:p>
                  </a:txBody>
                  <a:tcPr/>
                </a:tc>
                <a:extLst>
                  <a:ext uri="{0D108BD9-81ED-4DB2-BD59-A6C34878D82A}">
                    <a16:rowId xmlns:a16="http://schemas.microsoft.com/office/drawing/2014/main" val="1287682195"/>
                  </a:ext>
                </a:extLst>
              </a:tr>
              <a:tr h="457200">
                <a:tc>
                  <a:txBody>
                    <a:bodyPr/>
                    <a:lstStyle/>
                    <a:p>
                      <a:r>
                        <a:rPr lang="en-US" dirty="0">
                          <a:effectLst/>
                        </a:rPr>
                        <a:t>Jane</a:t>
                      </a:r>
                      <a:endParaRPr lang="en-US" dirty="0">
                        <a:solidFill>
                          <a:schemeClr val="tx1"/>
                        </a:solidFill>
                        <a:effectLst/>
                      </a:endParaRPr>
                    </a:p>
                  </a:txBody>
                  <a:tcPr/>
                </a:tc>
                <a:tc>
                  <a:txBody>
                    <a:bodyPr/>
                    <a:lstStyle/>
                    <a:p>
                      <a:r>
                        <a:rPr lang="en-US" dirty="0">
                          <a:effectLst/>
                        </a:rPr>
                        <a:t>Application Support</a:t>
                      </a:r>
                      <a:endParaRPr lang="en-US" dirty="0">
                        <a:solidFill>
                          <a:schemeClr val="tx1"/>
                        </a:solidFill>
                        <a:effectLst/>
                      </a:endParaRPr>
                    </a:p>
                  </a:txBody>
                  <a:tcPr>
                    <a:solidFill>
                      <a:schemeClr val="tx1">
                        <a:lumMod val="20000"/>
                        <a:lumOff val="80000"/>
                      </a:schemeClr>
                    </a:solidFill>
                  </a:tcPr>
                </a:tc>
                <a:tc>
                  <a:txBody>
                    <a:bodyPr/>
                    <a:lstStyle/>
                    <a:p>
                      <a:r>
                        <a:rPr lang="en-US" dirty="0">
                          <a:effectLst/>
                        </a:rPr>
                        <a:t>10,000</a:t>
                      </a:r>
                      <a:endParaRPr lang="en-US" dirty="0">
                        <a:solidFill>
                          <a:schemeClr val="tx1"/>
                        </a:solidFill>
                        <a:effectLst/>
                      </a:endParaRPr>
                    </a:p>
                  </a:txBody>
                  <a:tcPr/>
                </a:tc>
                <a:extLst>
                  <a:ext uri="{0D108BD9-81ED-4DB2-BD59-A6C34878D82A}">
                    <a16:rowId xmlns:a16="http://schemas.microsoft.com/office/drawing/2014/main" val="1053813033"/>
                  </a:ext>
                </a:extLst>
              </a:tr>
              <a:tr h="457200">
                <a:tc>
                  <a:txBody>
                    <a:bodyPr/>
                    <a:lstStyle/>
                    <a:p>
                      <a:r>
                        <a:rPr lang="en-US" dirty="0">
                          <a:effectLst/>
                        </a:rPr>
                        <a:t>George</a:t>
                      </a:r>
                      <a:endParaRPr lang="en-US" dirty="0">
                        <a:solidFill>
                          <a:schemeClr val="tx1"/>
                        </a:solidFill>
                        <a:effectLst/>
                      </a:endParaRPr>
                    </a:p>
                  </a:txBody>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effectLst/>
                        </a:rPr>
                        <a:t>Application Support</a:t>
                      </a:r>
                      <a:endParaRPr lang="en-US" dirty="0">
                        <a:solidFill>
                          <a:schemeClr val="tx1"/>
                        </a:solidFill>
                        <a:effectLst/>
                      </a:endParaRPr>
                    </a:p>
                  </a:txBody>
                  <a:tcPr>
                    <a:solidFill>
                      <a:schemeClr val="tx1">
                        <a:lumMod val="20000"/>
                        <a:lumOff val="80000"/>
                      </a:schemeClr>
                    </a:solidFill>
                  </a:tcPr>
                </a:tc>
                <a:tc>
                  <a:txBody>
                    <a:bodyPr/>
                    <a:lstStyle/>
                    <a:p>
                      <a:r>
                        <a:rPr lang="en-US" dirty="0">
                          <a:effectLst/>
                        </a:rPr>
                        <a:t>15,000</a:t>
                      </a:r>
                      <a:endParaRPr lang="en-US" dirty="0">
                        <a:solidFill>
                          <a:schemeClr val="tx1"/>
                        </a:solidFill>
                        <a:effectLst/>
                      </a:endParaRPr>
                    </a:p>
                  </a:txBody>
                  <a:tcPr/>
                </a:tc>
                <a:extLst>
                  <a:ext uri="{0D108BD9-81ED-4DB2-BD59-A6C34878D82A}">
                    <a16:rowId xmlns:a16="http://schemas.microsoft.com/office/drawing/2014/main" val="2640231826"/>
                  </a:ext>
                </a:extLst>
              </a:tr>
              <a:tr h="457200">
                <a:tc>
                  <a:txBody>
                    <a:bodyPr/>
                    <a:lstStyle/>
                    <a:p>
                      <a:r>
                        <a:rPr lang="en-US" dirty="0">
                          <a:effectLst/>
                        </a:rPr>
                        <a:t>Lila</a:t>
                      </a:r>
                      <a:endParaRPr lang="en-US" dirty="0">
                        <a:solidFill>
                          <a:schemeClr val="tx1"/>
                        </a:solidFill>
                        <a:effectLst/>
                      </a:endParaRPr>
                    </a:p>
                  </a:txBody>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effectLst/>
                        </a:rPr>
                        <a:t>Application Support</a:t>
                      </a:r>
                      <a:endParaRPr lang="en-US" dirty="0">
                        <a:solidFill>
                          <a:schemeClr val="tx1"/>
                        </a:solidFill>
                        <a:effectLst/>
                      </a:endParaRPr>
                    </a:p>
                  </a:txBody>
                  <a:tcPr>
                    <a:solidFill>
                      <a:schemeClr val="tx1">
                        <a:lumMod val="20000"/>
                        <a:lumOff val="80000"/>
                      </a:schemeClr>
                    </a:solidFill>
                  </a:tcPr>
                </a:tc>
                <a:tc>
                  <a:txBody>
                    <a:bodyPr/>
                    <a:lstStyle/>
                    <a:p>
                      <a:r>
                        <a:rPr lang="en-US" dirty="0">
                          <a:effectLst/>
                        </a:rPr>
                        <a:t>5,000</a:t>
                      </a:r>
                      <a:endParaRPr lang="en-US" dirty="0">
                        <a:solidFill>
                          <a:schemeClr val="tx1"/>
                        </a:solidFill>
                        <a:effectLst/>
                      </a:endParaRPr>
                    </a:p>
                  </a:txBody>
                  <a:tcPr/>
                </a:tc>
                <a:extLst>
                  <a:ext uri="{0D108BD9-81ED-4DB2-BD59-A6C34878D82A}">
                    <a16:rowId xmlns:a16="http://schemas.microsoft.com/office/drawing/2014/main" val="1267294716"/>
                  </a:ext>
                </a:extLst>
              </a:tr>
              <a:tr h="457200">
                <a:tc>
                  <a:txBody>
                    <a:bodyPr/>
                    <a:lstStyle/>
                    <a:p>
                      <a:r>
                        <a:rPr lang="en-US" dirty="0">
                          <a:effectLst/>
                        </a:rPr>
                        <a:t>Fred</a:t>
                      </a:r>
                      <a:endParaRPr lang="en-US" dirty="0">
                        <a:solidFill>
                          <a:schemeClr val="tx1"/>
                        </a:solidFill>
                        <a:effectLst/>
                      </a:endParaRPr>
                    </a:p>
                  </a:txBody>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effectLst/>
                        </a:rPr>
                        <a:t>Software Support</a:t>
                      </a:r>
                      <a:endParaRPr lang="en-US" dirty="0">
                        <a:solidFill>
                          <a:schemeClr val="tx1"/>
                        </a:solidFill>
                        <a:effectLst/>
                      </a:endParaRPr>
                    </a:p>
                  </a:txBody>
                  <a:tcPr>
                    <a:solidFill>
                      <a:schemeClr val="bg1">
                        <a:lumMod val="20000"/>
                        <a:lumOff val="80000"/>
                      </a:schemeClr>
                    </a:solidFill>
                  </a:tcPr>
                </a:tc>
                <a:tc>
                  <a:txBody>
                    <a:bodyPr/>
                    <a:lstStyle/>
                    <a:p>
                      <a:r>
                        <a:rPr lang="en-US" dirty="0">
                          <a:effectLst/>
                        </a:rPr>
                        <a:t>15,000</a:t>
                      </a:r>
                      <a:endParaRPr lang="en-US" dirty="0">
                        <a:solidFill>
                          <a:schemeClr val="tx1"/>
                        </a:solidFill>
                        <a:effectLst/>
                      </a:endParaRPr>
                    </a:p>
                  </a:txBody>
                  <a:tcPr/>
                </a:tc>
                <a:extLst>
                  <a:ext uri="{0D108BD9-81ED-4DB2-BD59-A6C34878D82A}">
                    <a16:rowId xmlns:a16="http://schemas.microsoft.com/office/drawing/2014/main" val="934848964"/>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729741751"/>
              </p:ext>
            </p:extLst>
          </p:nvPr>
        </p:nvGraphicFramePr>
        <p:xfrm>
          <a:off x="7463956" y="3166844"/>
          <a:ext cx="4267200" cy="1828800"/>
        </p:xfrm>
        <a:graphic>
          <a:graphicData uri="http://schemas.openxmlformats.org/drawingml/2006/table">
            <a:tbl>
              <a:tblPr firstRow="1" bandRow="1">
                <a:tableStyleId>{912C8C85-51F0-491E-9774-3900AFEF0FD7}</a:tableStyleId>
              </a:tblPr>
              <a:tblGrid>
                <a:gridCol w="2666999">
                  <a:extLst>
                    <a:ext uri="{9D8B030D-6E8A-4147-A177-3AD203B41FA5}">
                      <a16:colId xmlns:a16="http://schemas.microsoft.com/office/drawing/2014/main" val="1444822382"/>
                    </a:ext>
                  </a:extLst>
                </a:gridCol>
                <a:gridCol w="1600201">
                  <a:extLst>
                    <a:ext uri="{9D8B030D-6E8A-4147-A177-3AD203B41FA5}">
                      <a16:colId xmlns:a16="http://schemas.microsoft.com/office/drawing/2014/main" val="1109817519"/>
                    </a:ext>
                  </a:extLst>
                </a:gridCol>
              </a:tblGrid>
              <a:tr h="457200">
                <a:tc>
                  <a:txBody>
                    <a:bodyPr/>
                    <a:lstStyle/>
                    <a:p>
                      <a:r>
                        <a:rPr lang="en-US" dirty="0">
                          <a:solidFill>
                            <a:schemeClr val="tx1"/>
                          </a:solidFill>
                          <a:effectLst/>
                        </a:rPr>
                        <a:t>DepartmentName</a:t>
                      </a:r>
                    </a:p>
                  </a:txBody>
                  <a:tcPr/>
                </a:tc>
                <a:tc>
                  <a:txBody>
                    <a:bodyPr/>
                    <a:lstStyle/>
                    <a:p>
                      <a:r>
                        <a:rPr lang="en-US" dirty="0">
                          <a:solidFill>
                            <a:schemeClr val="tx1"/>
                          </a:solidFill>
                          <a:effectLst/>
                        </a:rPr>
                        <a:t>MaxSalary</a:t>
                      </a:r>
                    </a:p>
                  </a:txBody>
                  <a:tcPr/>
                </a:tc>
                <a:extLst>
                  <a:ext uri="{0D108BD9-81ED-4DB2-BD59-A6C34878D82A}">
                    <a16:rowId xmlns:a16="http://schemas.microsoft.com/office/drawing/2014/main" val="3449101239"/>
                  </a:ext>
                </a:extLst>
              </a:tr>
              <a:tr h="457200">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effectLst/>
                        </a:rPr>
                        <a:t>Database Support</a:t>
                      </a:r>
                      <a:endParaRPr lang="en-US" dirty="0">
                        <a:solidFill>
                          <a:schemeClr val="tx1"/>
                        </a:solidFill>
                        <a:effectLst/>
                      </a:endParaRPr>
                    </a:p>
                  </a:txBody>
                  <a:tcPr/>
                </a:tc>
                <a:tc>
                  <a:txBody>
                    <a:bodyPr/>
                    <a:lstStyle/>
                    <a:p>
                      <a:r>
                        <a:rPr lang="bg-BG" dirty="0">
                          <a:effectLst/>
                        </a:rPr>
                        <a:t>15,000</a:t>
                      </a:r>
                      <a:endParaRPr lang="en-US" dirty="0">
                        <a:solidFill>
                          <a:schemeClr val="tx1"/>
                        </a:solidFill>
                        <a:effectLst/>
                      </a:endParaRPr>
                    </a:p>
                  </a:txBody>
                  <a:tcPr/>
                </a:tc>
                <a:extLst>
                  <a:ext uri="{0D108BD9-81ED-4DB2-BD59-A6C34878D82A}">
                    <a16:rowId xmlns:a16="http://schemas.microsoft.com/office/drawing/2014/main" val="2908875595"/>
                  </a:ext>
                </a:extLst>
              </a:tr>
              <a:tr h="457200">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effectLst/>
                        </a:rPr>
                        <a:t>Application Support</a:t>
                      </a:r>
                      <a:endParaRPr lang="en-US" dirty="0">
                        <a:solidFill>
                          <a:schemeClr val="tx1"/>
                        </a:solidFill>
                        <a:effectLst/>
                      </a:endParaRPr>
                    </a:p>
                  </a:txBody>
                  <a:tcPr/>
                </a:tc>
                <a:tc>
                  <a:txBody>
                    <a:bodyPr/>
                    <a:lstStyle/>
                    <a:p>
                      <a:r>
                        <a:rPr lang="bg-BG" dirty="0">
                          <a:effectLst/>
                        </a:rPr>
                        <a:t>15,000</a:t>
                      </a:r>
                      <a:endParaRPr lang="en-US" dirty="0">
                        <a:solidFill>
                          <a:schemeClr val="tx1"/>
                        </a:solidFill>
                        <a:effectLst/>
                      </a:endParaRPr>
                    </a:p>
                  </a:txBody>
                  <a:tcPr/>
                </a:tc>
                <a:extLst>
                  <a:ext uri="{0D108BD9-81ED-4DB2-BD59-A6C34878D82A}">
                    <a16:rowId xmlns:a16="http://schemas.microsoft.com/office/drawing/2014/main" val="412535321"/>
                  </a:ext>
                </a:extLst>
              </a:tr>
              <a:tr h="457200">
                <a:tc>
                  <a:txBody>
                    <a:bodyPr/>
                    <a:lstStyle/>
                    <a:p>
                      <a:r>
                        <a:rPr lang="en-US" dirty="0">
                          <a:effectLst/>
                        </a:rPr>
                        <a:t>Software Support</a:t>
                      </a:r>
                      <a:endParaRPr lang="en-US" dirty="0">
                        <a:solidFill>
                          <a:schemeClr val="tx1"/>
                        </a:solidFill>
                        <a:effectLst/>
                      </a:endParaRPr>
                    </a:p>
                  </a:txBody>
                  <a:tcPr/>
                </a:tc>
                <a:tc>
                  <a:txBody>
                    <a:bodyPr/>
                    <a:lstStyle/>
                    <a:p>
                      <a:r>
                        <a:rPr lang="bg-BG" dirty="0">
                          <a:effectLst/>
                        </a:rPr>
                        <a:t>15,000</a:t>
                      </a:r>
                      <a:endParaRPr lang="en-US" dirty="0">
                        <a:solidFill>
                          <a:schemeClr val="tx1"/>
                        </a:solidFill>
                        <a:effectLst/>
                      </a:endParaRPr>
                    </a:p>
                  </a:txBody>
                  <a:tcPr/>
                </a:tc>
                <a:extLst>
                  <a:ext uri="{0D108BD9-81ED-4DB2-BD59-A6C34878D82A}">
                    <a16:rowId xmlns:a16="http://schemas.microsoft.com/office/drawing/2014/main" val="3347448364"/>
                  </a:ext>
                </a:extLst>
              </a:tr>
            </a:tbl>
          </a:graphicData>
        </a:graphic>
      </p:graphicFrame>
      <p:sp>
        <p:nvSpPr>
          <p:cNvPr id="14" name="Right Arrow 15"/>
          <p:cNvSpPr/>
          <p:nvPr/>
        </p:nvSpPr>
        <p:spPr>
          <a:xfrm rot="1884745">
            <a:off x="6588566" y="3163576"/>
            <a:ext cx="598050" cy="373330"/>
          </a:xfrm>
          <a:prstGeom prst="rightArrow">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5" name="Right Arrow 15"/>
          <p:cNvSpPr/>
          <p:nvPr/>
        </p:nvSpPr>
        <p:spPr>
          <a:xfrm>
            <a:off x="6588565" y="3894579"/>
            <a:ext cx="598050" cy="373330"/>
          </a:xfrm>
          <a:prstGeom prst="rightArrow">
            <a:avLst/>
          </a:prstGeom>
          <a:solidFill>
            <a:schemeClr val="tx1">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6" name="Right Arrow 15"/>
          <p:cNvSpPr/>
          <p:nvPr/>
        </p:nvSpPr>
        <p:spPr>
          <a:xfrm rot="19680784">
            <a:off x="6570486" y="4638006"/>
            <a:ext cx="598050" cy="373330"/>
          </a:xfrm>
          <a:prstGeom prst="rightArrow">
            <a:avLst/>
          </a:prstGeom>
          <a:solidFill>
            <a:schemeClr val="bg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1" name="Slide Number">
            <a:extLst>
              <a:ext uri="{FF2B5EF4-FFF2-40B4-BE49-F238E27FC236}">
                <a16:creationId xmlns:a16="http://schemas.microsoft.com/office/drawing/2014/main" id="{F190A417-B9B5-493E-8DDC-84F5D0B14075}"/>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22</a:t>
            </a:fld>
            <a:endParaRPr lang="en-US" noProof="0" dirty="0"/>
          </a:p>
        </p:txBody>
      </p:sp>
    </p:spTree>
    <p:extLst>
      <p:ext uri="{BB962C8B-B14F-4D97-AF65-F5344CB8AC3E}">
        <p14:creationId xmlns:p14="http://schemas.microsoft.com/office/powerpoint/2010/main" val="36739564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a:spLocks noChangeArrowheads="1"/>
          </p:cNvSpPr>
          <p:nvPr/>
        </p:nvSpPr>
        <p:spPr bwMode="auto">
          <a:xfrm>
            <a:off x="805950" y="2590801"/>
            <a:ext cx="10556816" cy="2136867"/>
          </a:xfrm>
          <a:prstGeom prst="rect">
            <a:avLst/>
          </a:prstGeom>
          <a:solidFill>
            <a:schemeClr val="accent5">
              <a:lumMod val="40000"/>
              <a:lumOff val="60000"/>
              <a:alpha val="20000"/>
            </a:schemeClr>
          </a:solidFill>
          <a:ln w="12700">
            <a:solidFill>
              <a:schemeClr val="accent5">
                <a:lumMod val="60000"/>
                <a:lumOff val="40000"/>
              </a:schemeClr>
            </a:solidFill>
          </a:ln>
        </p:spPr>
        <p:txBody>
          <a:bodyPr wrap="square">
            <a:spAutoFit/>
          </a:bodyPr>
          <a:lstStyle/>
          <a:p>
            <a:pPr>
              <a:lnSpc>
                <a:spcPct val="105000"/>
              </a:lnSpc>
            </a:pPr>
            <a:r>
              <a:rPr lang="en-US" sz="3200" b="1" noProof="1">
                <a:latin typeface="Consolas" pitchFamily="49" charset="0"/>
                <a:cs typeface="Consolas" pitchFamily="49" charset="0"/>
              </a:rPr>
              <a:t>  SELECT e.DepartmentID,</a:t>
            </a:r>
            <a:br>
              <a:rPr lang="en-US" sz="3200" b="1" noProof="1">
                <a:latin typeface="Consolas" pitchFamily="49" charset="0"/>
                <a:cs typeface="Consolas" pitchFamily="49" charset="0"/>
              </a:rPr>
            </a:br>
            <a:r>
              <a:rPr lang="en-US" sz="3200" b="1" noProof="1">
                <a:latin typeface="Consolas" pitchFamily="49" charset="0"/>
                <a:cs typeface="Consolas" pitchFamily="49" charset="0"/>
              </a:rPr>
              <a:t>         </a:t>
            </a:r>
            <a:r>
              <a:rPr lang="en-US" sz="3200" b="1" noProof="1">
                <a:solidFill>
                  <a:schemeClr val="bg1"/>
                </a:solidFill>
                <a:latin typeface="Consolas" pitchFamily="49" charset="0"/>
                <a:cs typeface="Consolas" pitchFamily="49" charset="0"/>
              </a:rPr>
              <a:t>MAX</a:t>
            </a:r>
            <a:r>
              <a:rPr lang="en-US" sz="3200" b="1" noProof="1">
                <a:latin typeface="Consolas" pitchFamily="49" charset="0"/>
                <a:cs typeface="Consolas" pitchFamily="49" charset="0"/>
              </a:rPr>
              <a:t>(</a:t>
            </a:r>
            <a:r>
              <a:rPr lang="en-US" sz="3200" b="1" noProof="1">
                <a:solidFill>
                  <a:schemeClr val="bg1"/>
                </a:solidFill>
                <a:latin typeface="Consolas" pitchFamily="49" charset="0"/>
                <a:cs typeface="Consolas" pitchFamily="49" charset="0"/>
              </a:rPr>
              <a:t>e.Salary</a:t>
            </a:r>
            <a:r>
              <a:rPr lang="en-US" sz="3200" b="1" noProof="1">
                <a:latin typeface="Consolas" pitchFamily="49" charset="0"/>
                <a:cs typeface="Consolas" pitchFamily="49" charset="0"/>
              </a:rPr>
              <a:t>) AS </a:t>
            </a:r>
            <a:r>
              <a:rPr lang="en-US" sz="3200" b="1" noProof="1">
                <a:solidFill>
                  <a:schemeClr val="bg1"/>
                </a:solidFill>
                <a:latin typeface="Consolas" pitchFamily="49" charset="0"/>
                <a:cs typeface="Consolas" pitchFamily="49" charset="0"/>
              </a:rPr>
              <a:t>MaxSalary</a:t>
            </a:r>
          </a:p>
          <a:p>
            <a:pPr>
              <a:lnSpc>
                <a:spcPct val="105000"/>
              </a:lnSpc>
            </a:pPr>
            <a:r>
              <a:rPr lang="en-US" sz="3200" b="1" noProof="1">
                <a:latin typeface="Consolas" pitchFamily="49" charset="0"/>
                <a:cs typeface="Consolas" pitchFamily="49" charset="0"/>
              </a:rPr>
              <a:t>    FROM Employees AS e</a:t>
            </a:r>
          </a:p>
          <a:p>
            <a:pPr>
              <a:lnSpc>
                <a:spcPct val="105000"/>
              </a:lnSpc>
            </a:pPr>
            <a:r>
              <a:rPr lang="en-US" sz="3200" b="1" noProof="1">
                <a:latin typeface="Consolas" pitchFamily="49" charset="0"/>
                <a:cs typeface="Consolas" pitchFamily="49" charset="0"/>
              </a:rPr>
              <a:t>GROUP BY e.DepartmentID</a:t>
            </a:r>
          </a:p>
        </p:txBody>
      </p:sp>
      <p:sp>
        <p:nvSpPr>
          <p:cNvPr id="465922" name="Rectangle 2"/>
          <p:cNvSpPr>
            <a:spLocks noGrp="1" noChangeArrowheads="1"/>
          </p:cNvSpPr>
          <p:nvPr>
            <p:ph type="title"/>
          </p:nvPr>
        </p:nvSpPr>
        <p:spPr/>
        <p:txBody>
          <a:bodyPr/>
          <a:lstStyle/>
          <a:p>
            <a:r>
              <a:rPr lang="en-US" dirty="0"/>
              <a:t>MAX Syntax</a:t>
            </a:r>
            <a:endParaRPr lang="bg-BG" dirty="0"/>
          </a:p>
        </p:txBody>
      </p:sp>
      <p:sp>
        <p:nvSpPr>
          <p:cNvPr id="8" name="AutoShape 7"/>
          <p:cNvSpPr>
            <a:spLocks noChangeArrowheads="1"/>
          </p:cNvSpPr>
          <p:nvPr/>
        </p:nvSpPr>
        <p:spPr bwMode="auto">
          <a:xfrm>
            <a:off x="4424918" y="1854000"/>
            <a:ext cx="2971799" cy="649961"/>
          </a:xfrm>
          <a:prstGeom prst="wedgeRoundRectCallout">
            <a:avLst>
              <a:gd name="adj1" fmla="val -58503"/>
              <a:gd name="adj2" fmla="val 42568"/>
              <a:gd name="adj3" fmla="val 16667"/>
            </a:avLst>
          </a:prstGeom>
          <a:solidFill>
            <a:schemeClr val="tx1">
              <a:alpha val="80000"/>
            </a:schemeClr>
          </a:solidFill>
          <a:ln w="19050">
            <a:solidFill>
              <a:schemeClr val="tx1">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b="1" noProof="1">
                <a:solidFill>
                  <a:srgbClr val="FFFFFF"/>
                </a:solidFill>
                <a:effectLst>
                  <a:outerShdw blurRad="38100" dist="38100" dir="2700000" algn="tl">
                    <a:srgbClr val="000000">
                      <a:alpha val="43137"/>
                    </a:srgbClr>
                  </a:outerShdw>
                </a:effectLst>
              </a:rPr>
              <a:t>Grouping Column</a:t>
            </a:r>
          </a:p>
        </p:txBody>
      </p:sp>
      <p:sp>
        <p:nvSpPr>
          <p:cNvPr id="13" name="AutoShape 7"/>
          <p:cNvSpPr>
            <a:spLocks noChangeArrowheads="1"/>
          </p:cNvSpPr>
          <p:nvPr/>
        </p:nvSpPr>
        <p:spPr bwMode="auto">
          <a:xfrm>
            <a:off x="7396717" y="2606110"/>
            <a:ext cx="2971800" cy="558485"/>
          </a:xfrm>
          <a:prstGeom prst="wedgeRoundRectCallout">
            <a:avLst>
              <a:gd name="adj1" fmla="val -55457"/>
              <a:gd name="adj2" fmla="val 29113"/>
              <a:gd name="adj3" fmla="val 16667"/>
            </a:avLst>
          </a:prstGeom>
          <a:solidFill>
            <a:schemeClr val="tx1">
              <a:alpha val="80000"/>
            </a:schemeClr>
          </a:solidFill>
          <a:ln w="19050">
            <a:solidFill>
              <a:schemeClr val="tx1">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b="1" noProof="1">
                <a:solidFill>
                  <a:srgbClr val="FFFFFF"/>
                </a:solidFill>
                <a:effectLst>
                  <a:outerShdw blurRad="38100" dist="38100" dir="2700000" algn="tl">
                    <a:srgbClr val="000000">
                      <a:alpha val="43137"/>
                    </a:srgbClr>
                  </a:outerShdw>
                </a:effectLst>
              </a:rPr>
              <a:t>New Column Alias</a:t>
            </a:r>
          </a:p>
        </p:txBody>
      </p:sp>
      <p:sp>
        <p:nvSpPr>
          <p:cNvPr id="14" name="AutoShape 7"/>
          <p:cNvSpPr>
            <a:spLocks noChangeArrowheads="1"/>
          </p:cNvSpPr>
          <p:nvPr/>
        </p:nvSpPr>
        <p:spPr bwMode="auto">
          <a:xfrm>
            <a:off x="4926000" y="4796290"/>
            <a:ext cx="2796152" cy="571607"/>
          </a:xfrm>
          <a:prstGeom prst="wedgeRoundRectCallout">
            <a:avLst>
              <a:gd name="adj1" fmla="val -57017"/>
              <a:gd name="adj2" fmla="val -38973"/>
              <a:gd name="adj3" fmla="val 16667"/>
            </a:avLst>
          </a:prstGeom>
          <a:solidFill>
            <a:schemeClr val="tx1">
              <a:alpha val="80000"/>
            </a:schemeClr>
          </a:solidFill>
          <a:ln w="19050">
            <a:solidFill>
              <a:schemeClr val="tx1">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b="1" noProof="1">
                <a:solidFill>
                  <a:srgbClr val="FFFFFF"/>
                </a:solidFill>
                <a:effectLst>
                  <a:outerShdw blurRad="38100" dist="38100" dir="2700000" algn="tl">
                    <a:srgbClr val="000000">
                      <a:alpha val="43137"/>
                    </a:srgbClr>
                  </a:outerShdw>
                </a:effectLst>
              </a:rPr>
              <a:t>Group Columns</a:t>
            </a:r>
          </a:p>
        </p:txBody>
      </p:sp>
      <p:sp>
        <p:nvSpPr>
          <p:cNvPr id="9" name="Slide Number">
            <a:extLst>
              <a:ext uri="{FF2B5EF4-FFF2-40B4-BE49-F238E27FC236}">
                <a16:creationId xmlns:a16="http://schemas.microsoft.com/office/drawing/2014/main" id="{7406089E-7371-4558-BEDD-AF1B6E4CF324}"/>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23</a:t>
            </a:fld>
            <a:endParaRPr lang="en-US" noProof="0" dirty="0"/>
          </a:p>
        </p:txBody>
      </p:sp>
    </p:spTree>
    <p:extLst>
      <p:ext uri="{BB962C8B-B14F-4D97-AF65-F5344CB8AC3E}">
        <p14:creationId xmlns:p14="http://schemas.microsoft.com/office/powerpoint/2010/main" val="155497057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P spid="1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p:cNvSpPr>
            <a:spLocks noGrp="1"/>
          </p:cNvSpPr>
          <p:nvPr>
            <p:ph idx="10"/>
          </p:nvPr>
        </p:nvSpPr>
        <p:spPr/>
        <p:txBody>
          <a:bodyPr/>
          <a:lstStyle/>
          <a:p>
            <a:pPr>
              <a:buClr>
                <a:schemeClr val="tx1"/>
              </a:buClr>
            </a:pPr>
            <a:r>
              <a:rPr lang="en-US" b="1" dirty="0">
                <a:solidFill>
                  <a:schemeClr val="bg1"/>
                </a:solidFill>
                <a:latin typeface="Consolas" panose="020B0609020204030204" pitchFamily="49" charset="0"/>
              </a:rPr>
              <a:t>MIN</a:t>
            </a:r>
            <a:r>
              <a:rPr lang="en-US" dirty="0"/>
              <a:t> - takes </a:t>
            </a:r>
            <a:r>
              <a:rPr lang="en-US" b="1" dirty="0">
                <a:solidFill>
                  <a:schemeClr val="bg1"/>
                </a:solidFill>
              </a:rPr>
              <a:t>the smallest value </a:t>
            </a:r>
            <a:r>
              <a:rPr lang="en-US" dirty="0"/>
              <a:t>in a column </a:t>
            </a:r>
          </a:p>
        </p:txBody>
      </p:sp>
      <p:sp>
        <p:nvSpPr>
          <p:cNvPr id="465922" name="Rectangle 2"/>
          <p:cNvSpPr>
            <a:spLocks noGrp="1" noChangeArrowheads="1"/>
          </p:cNvSpPr>
          <p:nvPr>
            <p:ph type="title"/>
          </p:nvPr>
        </p:nvSpPr>
        <p:spPr/>
        <p:txBody>
          <a:bodyPr/>
          <a:lstStyle/>
          <a:p>
            <a:r>
              <a:rPr lang="en-US"/>
              <a:t>Aggregate Functions: MIN</a:t>
            </a:r>
            <a:endParaRPr lang="bg-BG" dirty="0"/>
          </a:p>
        </p:txBody>
      </p:sp>
      <p:graphicFrame>
        <p:nvGraphicFramePr>
          <p:cNvPr id="6" name="Table 5"/>
          <p:cNvGraphicFramePr>
            <a:graphicFrameLocks noGrp="1"/>
          </p:cNvGraphicFramePr>
          <p:nvPr/>
        </p:nvGraphicFramePr>
        <p:xfrm>
          <a:off x="381001" y="2209800"/>
          <a:ext cx="6095999" cy="3200400"/>
        </p:xfrm>
        <a:graphic>
          <a:graphicData uri="http://schemas.openxmlformats.org/drawingml/2006/table">
            <a:tbl>
              <a:tblPr firstRow="1" bandRow="1">
                <a:tableStyleId>{912C8C85-51F0-491E-9774-3900AFEF0FD7}</a:tableStyleId>
              </a:tblPr>
              <a:tblGrid>
                <a:gridCol w="1524000">
                  <a:extLst>
                    <a:ext uri="{9D8B030D-6E8A-4147-A177-3AD203B41FA5}">
                      <a16:colId xmlns:a16="http://schemas.microsoft.com/office/drawing/2014/main" val="3180040124"/>
                    </a:ext>
                  </a:extLst>
                </a:gridCol>
                <a:gridCol w="3170620">
                  <a:extLst>
                    <a:ext uri="{9D8B030D-6E8A-4147-A177-3AD203B41FA5}">
                      <a16:colId xmlns:a16="http://schemas.microsoft.com/office/drawing/2014/main" val="3141524875"/>
                    </a:ext>
                  </a:extLst>
                </a:gridCol>
                <a:gridCol w="1401379">
                  <a:extLst>
                    <a:ext uri="{9D8B030D-6E8A-4147-A177-3AD203B41FA5}">
                      <a16:colId xmlns:a16="http://schemas.microsoft.com/office/drawing/2014/main" val="1915661299"/>
                    </a:ext>
                  </a:extLst>
                </a:gridCol>
              </a:tblGrid>
              <a:tr h="457200">
                <a:tc>
                  <a:txBody>
                    <a:bodyPr/>
                    <a:lstStyle/>
                    <a:p>
                      <a:r>
                        <a:rPr lang="en-US" dirty="0">
                          <a:solidFill>
                            <a:schemeClr val="tx1"/>
                          </a:solidFill>
                          <a:effectLst/>
                        </a:rPr>
                        <a:t>Employee</a:t>
                      </a:r>
                    </a:p>
                  </a:txBody>
                  <a:tcPr/>
                </a:tc>
                <a:tc>
                  <a:txBody>
                    <a:bodyPr/>
                    <a:lstStyle/>
                    <a:p>
                      <a:r>
                        <a:rPr lang="en-US" dirty="0">
                          <a:solidFill>
                            <a:schemeClr val="tx1"/>
                          </a:solidFill>
                          <a:effectLst/>
                        </a:rPr>
                        <a:t>DepartmentName</a:t>
                      </a:r>
                    </a:p>
                  </a:txBody>
                  <a:tcPr/>
                </a:tc>
                <a:tc>
                  <a:txBody>
                    <a:bodyPr/>
                    <a:lstStyle/>
                    <a:p>
                      <a:r>
                        <a:rPr lang="en-US" dirty="0">
                          <a:solidFill>
                            <a:schemeClr val="tx1"/>
                          </a:solidFill>
                          <a:effectLst/>
                        </a:rPr>
                        <a:t>Salary</a:t>
                      </a:r>
                    </a:p>
                  </a:txBody>
                  <a:tcPr/>
                </a:tc>
                <a:extLst>
                  <a:ext uri="{0D108BD9-81ED-4DB2-BD59-A6C34878D82A}">
                    <a16:rowId xmlns:a16="http://schemas.microsoft.com/office/drawing/2014/main" val="247495740"/>
                  </a:ext>
                </a:extLst>
              </a:tr>
              <a:tr h="457200">
                <a:tc>
                  <a:txBody>
                    <a:bodyPr/>
                    <a:lstStyle/>
                    <a:p>
                      <a:r>
                        <a:rPr lang="en-US" dirty="0">
                          <a:effectLst/>
                        </a:rPr>
                        <a:t>Adam</a:t>
                      </a:r>
                      <a:endParaRPr lang="en-US" dirty="0">
                        <a:solidFill>
                          <a:schemeClr val="tx1"/>
                        </a:solidFill>
                        <a:effectLst/>
                      </a:endParaRPr>
                    </a:p>
                  </a:txBody>
                  <a:tcPr/>
                </a:tc>
                <a:tc>
                  <a:txBody>
                    <a:bodyPr/>
                    <a:lstStyle/>
                    <a:p>
                      <a:r>
                        <a:rPr lang="en-US" dirty="0">
                          <a:effectLst/>
                        </a:rPr>
                        <a:t>Database Support</a:t>
                      </a:r>
                      <a:endParaRPr lang="en-US" dirty="0">
                        <a:solidFill>
                          <a:schemeClr val="tx1"/>
                        </a:solidFill>
                        <a:effectLst/>
                      </a:endParaRPr>
                    </a:p>
                  </a:txBody>
                  <a:tcPr>
                    <a:solidFill>
                      <a:schemeClr val="accent2">
                        <a:lumMod val="20000"/>
                        <a:lumOff val="80000"/>
                      </a:schemeClr>
                    </a:solidFill>
                  </a:tcPr>
                </a:tc>
                <a:tc>
                  <a:txBody>
                    <a:bodyPr/>
                    <a:lstStyle/>
                    <a:p>
                      <a:r>
                        <a:rPr lang="en-US" dirty="0">
                          <a:effectLst/>
                        </a:rPr>
                        <a:t>5,000</a:t>
                      </a:r>
                      <a:endParaRPr lang="en-US" dirty="0">
                        <a:solidFill>
                          <a:schemeClr val="tx1"/>
                        </a:solidFill>
                        <a:effectLst/>
                      </a:endParaRPr>
                    </a:p>
                  </a:txBody>
                  <a:tcPr/>
                </a:tc>
                <a:extLst>
                  <a:ext uri="{0D108BD9-81ED-4DB2-BD59-A6C34878D82A}">
                    <a16:rowId xmlns:a16="http://schemas.microsoft.com/office/drawing/2014/main" val="3609066432"/>
                  </a:ext>
                </a:extLst>
              </a:tr>
              <a:tr h="457200">
                <a:tc>
                  <a:txBody>
                    <a:bodyPr/>
                    <a:lstStyle/>
                    <a:p>
                      <a:r>
                        <a:rPr lang="en-US" dirty="0">
                          <a:effectLst/>
                        </a:rPr>
                        <a:t>John</a:t>
                      </a:r>
                      <a:endParaRPr lang="en-US" dirty="0">
                        <a:solidFill>
                          <a:schemeClr val="tx1"/>
                        </a:solidFill>
                        <a:effectLst/>
                      </a:endParaRPr>
                    </a:p>
                  </a:txBody>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effectLst/>
                        </a:rPr>
                        <a:t>Database Support</a:t>
                      </a:r>
                      <a:endParaRPr lang="en-US" dirty="0">
                        <a:solidFill>
                          <a:schemeClr val="tx1"/>
                        </a:solidFill>
                        <a:effectLst/>
                      </a:endParaRPr>
                    </a:p>
                  </a:txBody>
                  <a:tcPr>
                    <a:solidFill>
                      <a:schemeClr val="accent2">
                        <a:lumMod val="20000"/>
                        <a:lumOff val="80000"/>
                      </a:schemeClr>
                    </a:solidFill>
                  </a:tcPr>
                </a:tc>
                <a:tc>
                  <a:txBody>
                    <a:bodyPr/>
                    <a:lstStyle/>
                    <a:p>
                      <a:r>
                        <a:rPr lang="en-US" dirty="0">
                          <a:effectLst/>
                        </a:rPr>
                        <a:t>15,000</a:t>
                      </a:r>
                      <a:endParaRPr lang="en-US" dirty="0">
                        <a:solidFill>
                          <a:schemeClr val="tx1"/>
                        </a:solidFill>
                        <a:effectLst/>
                      </a:endParaRPr>
                    </a:p>
                  </a:txBody>
                  <a:tcPr/>
                </a:tc>
                <a:extLst>
                  <a:ext uri="{0D108BD9-81ED-4DB2-BD59-A6C34878D82A}">
                    <a16:rowId xmlns:a16="http://schemas.microsoft.com/office/drawing/2014/main" val="1287682195"/>
                  </a:ext>
                </a:extLst>
              </a:tr>
              <a:tr h="457200">
                <a:tc>
                  <a:txBody>
                    <a:bodyPr/>
                    <a:lstStyle/>
                    <a:p>
                      <a:r>
                        <a:rPr lang="en-US" dirty="0">
                          <a:effectLst/>
                        </a:rPr>
                        <a:t>Jane</a:t>
                      </a:r>
                      <a:endParaRPr lang="en-US" dirty="0">
                        <a:solidFill>
                          <a:schemeClr val="tx1"/>
                        </a:solidFill>
                        <a:effectLst/>
                      </a:endParaRPr>
                    </a:p>
                  </a:txBody>
                  <a:tcPr/>
                </a:tc>
                <a:tc>
                  <a:txBody>
                    <a:bodyPr/>
                    <a:lstStyle/>
                    <a:p>
                      <a:r>
                        <a:rPr lang="en-US" dirty="0">
                          <a:effectLst/>
                        </a:rPr>
                        <a:t>Application Support</a:t>
                      </a:r>
                      <a:endParaRPr lang="en-US" dirty="0">
                        <a:solidFill>
                          <a:schemeClr val="tx1"/>
                        </a:solidFill>
                        <a:effectLst/>
                      </a:endParaRPr>
                    </a:p>
                  </a:txBody>
                  <a:tcPr>
                    <a:solidFill>
                      <a:schemeClr val="tx1">
                        <a:lumMod val="20000"/>
                        <a:lumOff val="80000"/>
                      </a:schemeClr>
                    </a:solidFill>
                  </a:tcPr>
                </a:tc>
                <a:tc>
                  <a:txBody>
                    <a:bodyPr/>
                    <a:lstStyle/>
                    <a:p>
                      <a:r>
                        <a:rPr lang="en-US" dirty="0">
                          <a:effectLst/>
                        </a:rPr>
                        <a:t>10,000</a:t>
                      </a:r>
                      <a:endParaRPr lang="en-US" dirty="0">
                        <a:solidFill>
                          <a:schemeClr val="tx1"/>
                        </a:solidFill>
                        <a:effectLst/>
                      </a:endParaRPr>
                    </a:p>
                  </a:txBody>
                  <a:tcPr/>
                </a:tc>
                <a:extLst>
                  <a:ext uri="{0D108BD9-81ED-4DB2-BD59-A6C34878D82A}">
                    <a16:rowId xmlns:a16="http://schemas.microsoft.com/office/drawing/2014/main" val="1053813033"/>
                  </a:ext>
                </a:extLst>
              </a:tr>
              <a:tr h="457200">
                <a:tc>
                  <a:txBody>
                    <a:bodyPr/>
                    <a:lstStyle/>
                    <a:p>
                      <a:r>
                        <a:rPr lang="en-US" dirty="0">
                          <a:effectLst/>
                        </a:rPr>
                        <a:t>George</a:t>
                      </a:r>
                      <a:endParaRPr lang="en-US" dirty="0">
                        <a:solidFill>
                          <a:schemeClr val="tx1"/>
                        </a:solidFill>
                        <a:effectLst/>
                      </a:endParaRPr>
                    </a:p>
                  </a:txBody>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effectLst/>
                        </a:rPr>
                        <a:t>Application Support</a:t>
                      </a:r>
                      <a:endParaRPr lang="en-US" dirty="0">
                        <a:solidFill>
                          <a:schemeClr val="tx1"/>
                        </a:solidFill>
                        <a:effectLst/>
                      </a:endParaRPr>
                    </a:p>
                  </a:txBody>
                  <a:tcPr>
                    <a:solidFill>
                      <a:schemeClr val="tx1">
                        <a:lumMod val="20000"/>
                        <a:lumOff val="80000"/>
                      </a:schemeClr>
                    </a:solidFill>
                  </a:tcPr>
                </a:tc>
                <a:tc>
                  <a:txBody>
                    <a:bodyPr/>
                    <a:lstStyle/>
                    <a:p>
                      <a:r>
                        <a:rPr lang="en-US" dirty="0">
                          <a:effectLst/>
                        </a:rPr>
                        <a:t>15,000</a:t>
                      </a:r>
                      <a:endParaRPr lang="en-US" dirty="0">
                        <a:solidFill>
                          <a:schemeClr val="tx1"/>
                        </a:solidFill>
                        <a:effectLst/>
                      </a:endParaRPr>
                    </a:p>
                  </a:txBody>
                  <a:tcPr/>
                </a:tc>
                <a:extLst>
                  <a:ext uri="{0D108BD9-81ED-4DB2-BD59-A6C34878D82A}">
                    <a16:rowId xmlns:a16="http://schemas.microsoft.com/office/drawing/2014/main" val="2640231826"/>
                  </a:ext>
                </a:extLst>
              </a:tr>
              <a:tr h="457200">
                <a:tc>
                  <a:txBody>
                    <a:bodyPr/>
                    <a:lstStyle/>
                    <a:p>
                      <a:r>
                        <a:rPr lang="en-US" dirty="0">
                          <a:effectLst/>
                        </a:rPr>
                        <a:t>Lila</a:t>
                      </a:r>
                      <a:endParaRPr lang="en-US" dirty="0">
                        <a:solidFill>
                          <a:schemeClr val="tx1"/>
                        </a:solidFill>
                        <a:effectLst/>
                      </a:endParaRPr>
                    </a:p>
                  </a:txBody>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effectLst/>
                        </a:rPr>
                        <a:t>Application Support</a:t>
                      </a:r>
                      <a:endParaRPr lang="en-US" dirty="0">
                        <a:solidFill>
                          <a:schemeClr val="tx1"/>
                        </a:solidFill>
                        <a:effectLst/>
                      </a:endParaRPr>
                    </a:p>
                  </a:txBody>
                  <a:tcPr>
                    <a:solidFill>
                      <a:schemeClr val="tx1">
                        <a:lumMod val="20000"/>
                        <a:lumOff val="80000"/>
                      </a:schemeClr>
                    </a:solidFill>
                  </a:tcPr>
                </a:tc>
                <a:tc>
                  <a:txBody>
                    <a:bodyPr/>
                    <a:lstStyle/>
                    <a:p>
                      <a:r>
                        <a:rPr lang="en-US" dirty="0">
                          <a:effectLst/>
                        </a:rPr>
                        <a:t>5,000</a:t>
                      </a:r>
                      <a:endParaRPr lang="en-US" dirty="0">
                        <a:solidFill>
                          <a:schemeClr val="tx1"/>
                        </a:solidFill>
                        <a:effectLst/>
                      </a:endParaRPr>
                    </a:p>
                  </a:txBody>
                  <a:tcPr/>
                </a:tc>
                <a:extLst>
                  <a:ext uri="{0D108BD9-81ED-4DB2-BD59-A6C34878D82A}">
                    <a16:rowId xmlns:a16="http://schemas.microsoft.com/office/drawing/2014/main" val="1267294716"/>
                  </a:ext>
                </a:extLst>
              </a:tr>
              <a:tr h="457200">
                <a:tc>
                  <a:txBody>
                    <a:bodyPr/>
                    <a:lstStyle/>
                    <a:p>
                      <a:r>
                        <a:rPr lang="en-US" dirty="0">
                          <a:effectLst/>
                        </a:rPr>
                        <a:t>Fred</a:t>
                      </a:r>
                      <a:endParaRPr lang="en-US" dirty="0">
                        <a:solidFill>
                          <a:schemeClr val="tx1"/>
                        </a:solidFill>
                        <a:effectLst/>
                      </a:endParaRPr>
                    </a:p>
                  </a:txBody>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effectLst/>
                        </a:rPr>
                        <a:t>Software Support</a:t>
                      </a:r>
                      <a:endParaRPr lang="en-US" dirty="0">
                        <a:solidFill>
                          <a:schemeClr val="tx1"/>
                        </a:solidFill>
                        <a:effectLst/>
                      </a:endParaRPr>
                    </a:p>
                  </a:txBody>
                  <a:tcPr>
                    <a:solidFill>
                      <a:schemeClr val="bg1">
                        <a:lumMod val="20000"/>
                        <a:lumOff val="80000"/>
                      </a:schemeClr>
                    </a:solidFill>
                  </a:tcPr>
                </a:tc>
                <a:tc>
                  <a:txBody>
                    <a:bodyPr/>
                    <a:lstStyle/>
                    <a:p>
                      <a:r>
                        <a:rPr lang="en-US" dirty="0">
                          <a:effectLst/>
                        </a:rPr>
                        <a:t>15,000</a:t>
                      </a:r>
                      <a:endParaRPr lang="en-US" dirty="0">
                        <a:solidFill>
                          <a:schemeClr val="tx1"/>
                        </a:solidFill>
                        <a:effectLst/>
                      </a:endParaRPr>
                    </a:p>
                  </a:txBody>
                  <a:tcPr/>
                </a:tc>
                <a:extLst>
                  <a:ext uri="{0D108BD9-81ED-4DB2-BD59-A6C34878D82A}">
                    <a16:rowId xmlns:a16="http://schemas.microsoft.com/office/drawing/2014/main" val="934848964"/>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3433015300"/>
              </p:ext>
            </p:extLst>
          </p:nvPr>
        </p:nvGraphicFramePr>
        <p:xfrm>
          <a:off x="7499357" y="3151342"/>
          <a:ext cx="4267200" cy="1828800"/>
        </p:xfrm>
        <a:graphic>
          <a:graphicData uri="http://schemas.openxmlformats.org/drawingml/2006/table">
            <a:tbl>
              <a:tblPr firstRow="1" bandRow="1">
                <a:tableStyleId>{912C8C85-51F0-491E-9774-3900AFEF0FD7}</a:tableStyleId>
              </a:tblPr>
              <a:tblGrid>
                <a:gridCol w="2666999">
                  <a:extLst>
                    <a:ext uri="{9D8B030D-6E8A-4147-A177-3AD203B41FA5}">
                      <a16:colId xmlns:a16="http://schemas.microsoft.com/office/drawing/2014/main" val="1444822382"/>
                    </a:ext>
                  </a:extLst>
                </a:gridCol>
                <a:gridCol w="1600201">
                  <a:extLst>
                    <a:ext uri="{9D8B030D-6E8A-4147-A177-3AD203B41FA5}">
                      <a16:colId xmlns:a16="http://schemas.microsoft.com/office/drawing/2014/main" val="1109817519"/>
                    </a:ext>
                  </a:extLst>
                </a:gridCol>
              </a:tblGrid>
              <a:tr h="457200">
                <a:tc>
                  <a:txBody>
                    <a:bodyPr/>
                    <a:lstStyle/>
                    <a:p>
                      <a:r>
                        <a:rPr lang="en-US" dirty="0">
                          <a:solidFill>
                            <a:schemeClr val="tx1"/>
                          </a:solidFill>
                          <a:effectLst/>
                        </a:rPr>
                        <a:t>DepartmentName</a:t>
                      </a:r>
                    </a:p>
                  </a:txBody>
                  <a:tcPr/>
                </a:tc>
                <a:tc>
                  <a:txBody>
                    <a:bodyPr/>
                    <a:lstStyle/>
                    <a:p>
                      <a:r>
                        <a:rPr lang="en-US" dirty="0">
                          <a:solidFill>
                            <a:schemeClr val="tx1"/>
                          </a:solidFill>
                          <a:effectLst/>
                        </a:rPr>
                        <a:t>MinSalary</a:t>
                      </a:r>
                    </a:p>
                  </a:txBody>
                  <a:tcPr/>
                </a:tc>
                <a:extLst>
                  <a:ext uri="{0D108BD9-81ED-4DB2-BD59-A6C34878D82A}">
                    <a16:rowId xmlns:a16="http://schemas.microsoft.com/office/drawing/2014/main" val="3449101239"/>
                  </a:ext>
                </a:extLst>
              </a:tr>
              <a:tr h="457200">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effectLst/>
                        </a:rPr>
                        <a:t>Database Support</a:t>
                      </a:r>
                      <a:endParaRPr lang="en-US" dirty="0">
                        <a:solidFill>
                          <a:schemeClr val="tx1"/>
                        </a:solidFill>
                        <a:effectLst/>
                      </a:endParaRPr>
                    </a:p>
                  </a:txBody>
                  <a:tcPr/>
                </a:tc>
                <a:tc>
                  <a:txBody>
                    <a:bodyPr/>
                    <a:lstStyle/>
                    <a:p>
                      <a:r>
                        <a:rPr lang="bg-BG" dirty="0">
                          <a:effectLst/>
                        </a:rPr>
                        <a:t>5,000</a:t>
                      </a:r>
                      <a:endParaRPr lang="en-US" dirty="0">
                        <a:solidFill>
                          <a:schemeClr val="tx1"/>
                        </a:solidFill>
                        <a:effectLst/>
                      </a:endParaRPr>
                    </a:p>
                  </a:txBody>
                  <a:tcPr/>
                </a:tc>
                <a:extLst>
                  <a:ext uri="{0D108BD9-81ED-4DB2-BD59-A6C34878D82A}">
                    <a16:rowId xmlns:a16="http://schemas.microsoft.com/office/drawing/2014/main" val="2908875595"/>
                  </a:ext>
                </a:extLst>
              </a:tr>
              <a:tr h="457200">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effectLst/>
                        </a:rPr>
                        <a:t>Application Support</a:t>
                      </a:r>
                      <a:endParaRPr lang="en-US" dirty="0">
                        <a:solidFill>
                          <a:schemeClr val="tx1"/>
                        </a:solidFill>
                        <a:effectLst/>
                      </a:endParaRPr>
                    </a:p>
                  </a:txBody>
                  <a:tcPr/>
                </a:tc>
                <a:tc>
                  <a:txBody>
                    <a:bodyPr/>
                    <a:lstStyle/>
                    <a:p>
                      <a:r>
                        <a:rPr lang="bg-BG" dirty="0">
                          <a:effectLst/>
                        </a:rPr>
                        <a:t>5,000</a:t>
                      </a:r>
                      <a:endParaRPr lang="en-US" dirty="0">
                        <a:solidFill>
                          <a:schemeClr val="tx1"/>
                        </a:solidFill>
                        <a:effectLst/>
                      </a:endParaRPr>
                    </a:p>
                  </a:txBody>
                  <a:tcPr/>
                </a:tc>
                <a:extLst>
                  <a:ext uri="{0D108BD9-81ED-4DB2-BD59-A6C34878D82A}">
                    <a16:rowId xmlns:a16="http://schemas.microsoft.com/office/drawing/2014/main" val="412535321"/>
                  </a:ext>
                </a:extLst>
              </a:tr>
              <a:tr h="457200">
                <a:tc>
                  <a:txBody>
                    <a:bodyPr/>
                    <a:lstStyle/>
                    <a:p>
                      <a:r>
                        <a:rPr lang="en-US" dirty="0">
                          <a:effectLst/>
                        </a:rPr>
                        <a:t>Software Support</a:t>
                      </a:r>
                      <a:endParaRPr lang="en-US" dirty="0">
                        <a:solidFill>
                          <a:schemeClr val="tx1"/>
                        </a:solidFill>
                        <a:effectLst/>
                      </a:endParaRPr>
                    </a:p>
                  </a:txBody>
                  <a:tcPr/>
                </a:tc>
                <a:tc>
                  <a:txBody>
                    <a:bodyPr/>
                    <a:lstStyle/>
                    <a:p>
                      <a:r>
                        <a:rPr lang="bg-BG" dirty="0">
                          <a:effectLst/>
                        </a:rPr>
                        <a:t>15,000</a:t>
                      </a:r>
                      <a:endParaRPr lang="en-US" dirty="0">
                        <a:solidFill>
                          <a:schemeClr val="tx1"/>
                        </a:solidFill>
                        <a:effectLst/>
                      </a:endParaRPr>
                    </a:p>
                  </a:txBody>
                  <a:tcPr/>
                </a:tc>
                <a:extLst>
                  <a:ext uri="{0D108BD9-81ED-4DB2-BD59-A6C34878D82A}">
                    <a16:rowId xmlns:a16="http://schemas.microsoft.com/office/drawing/2014/main" val="3347448364"/>
                  </a:ext>
                </a:extLst>
              </a:tr>
            </a:tbl>
          </a:graphicData>
        </a:graphic>
      </p:graphicFrame>
      <p:sp>
        <p:nvSpPr>
          <p:cNvPr id="17" name="Right Arrow 15"/>
          <p:cNvSpPr/>
          <p:nvPr/>
        </p:nvSpPr>
        <p:spPr>
          <a:xfrm rot="1884745">
            <a:off x="6588566" y="3132576"/>
            <a:ext cx="598050" cy="373330"/>
          </a:xfrm>
          <a:prstGeom prst="rightArrow">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8" name="Right Arrow 15"/>
          <p:cNvSpPr/>
          <p:nvPr/>
        </p:nvSpPr>
        <p:spPr>
          <a:xfrm>
            <a:off x="6588565" y="3879077"/>
            <a:ext cx="598050" cy="373330"/>
          </a:xfrm>
          <a:prstGeom prst="rightArrow">
            <a:avLst/>
          </a:prstGeom>
          <a:solidFill>
            <a:schemeClr val="tx1">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9" name="Right Arrow 15"/>
          <p:cNvSpPr/>
          <p:nvPr/>
        </p:nvSpPr>
        <p:spPr>
          <a:xfrm rot="19680784">
            <a:off x="6570486" y="4560512"/>
            <a:ext cx="598050" cy="373330"/>
          </a:xfrm>
          <a:prstGeom prst="rightArrow">
            <a:avLst/>
          </a:prstGeom>
          <a:solidFill>
            <a:schemeClr val="bg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0" name="Slide Number">
            <a:extLst>
              <a:ext uri="{FF2B5EF4-FFF2-40B4-BE49-F238E27FC236}">
                <a16:creationId xmlns:a16="http://schemas.microsoft.com/office/drawing/2014/main" id="{AD627EAC-9F4D-48F1-85EB-45121B132057}"/>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24</a:t>
            </a:fld>
            <a:endParaRPr lang="en-US" noProof="0" dirty="0"/>
          </a:p>
        </p:txBody>
      </p:sp>
    </p:spTree>
    <p:extLst>
      <p:ext uri="{BB962C8B-B14F-4D97-AF65-F5344CB8AC3E}">
        <p14:creationId xmlns:p14="http://schemas.microsoft.com/office/powerpoint/2010/main" val="75248697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a:spLocks noChangeArrowheads="1"/>
          </p:cNvSpPr>
          <p:nvPr/>
        </p:nvSpPr>
        <p:spPr bwMode="auto">
          <a:xfrm>
            <a:off x="838201" y="2618444"/>
            <a:ext cx="10556817" cy="2136867"/>
          </a:xfrm>
          <a:prstGeom prst="rect">
            <a:avLst/>
          </a:prstGeom>
          <a:solidFill>
            <a:schemeClr val="accent5">
              <a:lumMod val="40000"/>
              <a:lumOff val="60000"/>
              <a:alpha val="20000"/>
            </a:schemeClr>
          </a:solidFill>
          <a:ln w="12700">
            <a:solidFill>
              <a:schemeClr val="accent5">
                <a:lumMod val="60000"/>
                <a:lumOff val="40000"/>
              </a:schemeClr>
            </a:solidFill>
          </a:ln>
        </p:spPr>
        <p:txBody>
          <a:bodyPr wrap="square">
            <a:spAutoFit/>
          </a:bodyPr>
          <a:lstStyle/>
          <a:p>
            <a:pPr>
              <a:lnSpc>
                <a:spcPct val="105000"/>
              </a:lnSpc>
            </a:pPr>
            <a:r>
              <a:rPr lang="en-US" sz="3200" b="1" noProof="1">
                <a:latin typeface="Consolas" pitchFamily="49" charset="0"/>
                <a:cs typeface="Consolas" pitchFamily="49" charset="0"/>
              </a:rPr>
              <a:t>  SELECT e.DepartmentID,</a:t>
            </a:r>
            <a:br>
              <a:rPr lang="en-US" sz="3200" b="1" noProof="1">
                <a:latin typeface="Consolas" pitchFamily="49" charset="0"/>
                <a:cs typeface="Consolas" pitchFamily="49" charset="0"/>
              </a:rPr>
            </a:br>
            <a:r>
              <a:rPr lang="en-US" sz="3200" b="1" noProof="1">
                <a:latin typeface="Consolas" pitchFamily="49" charset="0"/>
                <a:cs typeface="Consolas" pitchFamily="49" charset="0"/>
              </a:rPr>
              <a:t>         </a:t>
            </a:r>
            <a:r>
              <a:rPr lang="en-US" sz="3200" b="1" noProof="1">
                <a:solidFill>
                  <a:schemeClr val="bg1"/>
                </a:solidFill>
                <a:latin typeface="Consolas" pitchFamily="49" charset="0"/>
                <a:cs typeface="Consolas" pitchFamily="49" charset="0"/>
              </a:rPr>
              <a:t>MIN</a:t>
            </a:r>
            <a:r>
              <a:rPr lang="en-US" sz="3200" b="1" noProof="1">
                <a:latin typeface="Consolas" pitchFamily="49" charset="0"/>
                <a:cs typeface="Consolas" pitchFamily="49" charset="0"/>
              </a:rPr>
              <a:t>(</a:t>
            </a:r>
            <a:r>
              <a:rPr lang="en-US" sz="3200" b="1" noProof="1">
                <a:solidFill>
                  <a:schemeClr val="bg1"/>
                </a:solidFill>
                <a:latin typeface="Consolas" pitchFamily="49" charset="0"/>
                <a:cs typeface="Consolas" pitchFamily="49" charset="0"/>
              </a:rPr>
              <a:t>e.Salary</a:t>
            </a:r>
            <a:r>
              <a:rPr lang="en-US" sz="3200" b="1" noProof="1">
                <a:latin typeface="Consolas" pitchFamily="49" charset="0"/>
                <a:cs typeface="Consolas" pitchFamily="49" charset="0"/>
              </a:rPr>
              <a:t>) AS </a:t>
            </a:r>
            <a:r>
              <a:rPr lang="en-US" sz="3200" b="1" noProof="1">
                <a:solidFill>
                  <a:schemeClr val="bg1"/>
                </a:solidFill>
                <a:latin typeface="Consolas" pitchFamily="49" charset="0"/>
                <a:cs typeface="Consolas" pitchFamily="49" charset="0"/>
              </a:rPr>
              <a:t>MinSalary</a:t>
            </a:r>
          </a:p>
          <a:p>
            <a:pPr>
              <a:lnSpc>
                <a:spcPct val="105000"/>
              </a:lnSpc>
            </a:pPr>
            <a:r>
              <a:rPr lang="en-US" sz="3200" b="1" noProof="1">
                <a:latin typeface="Consolas" pitchFamily="49" charset="0"/>
                <a:cs typeface="Consolas" pitchFamily="49" charset="0"/>
              </a:rPr>
              <a:t>    FROM Employees AS e</a:t>
            </a:r>
          </a:p>
          <a:p>
            <a:pPr>
              <a:lnSpc>
                <a:spcPct val="105000"/>
              </a:lnSpc>
            </a:pPr>
            <a:r>
              <a:rPr lang="en-US" sz="3200" b="1" noProof="1">
                <a:latin typeface="Consolas" pitchFamily="49" charset="0"/>
                <a:cs typeface="Consolas" pitchFamily="49" charset="0"/>
              </a:rPr>
              <a:t>GROUP BY e.DepartmentID</a:t>
            </a:r>
          </a:p>
        </p:txBody>
      </p:sp>
      <p:sp>
        <p:nvSpPr>
          <p:cNvPr id="465922" name="Rectangle 2"/>
          <p:cNvSpPr>
            <a:spLocks noGrp="1" noChangeArrowheads="1"/>
          </p:cNvSpPr>
          <p:nvPr>
            <p:ph type="title"/>
          </p:nvPr>
        </p:nvSpPr>
        <p:spPr/>
        <p:txBody>
          <a:bodyPr/>
          <a:lstStyle/>
          <a:p>
            <a:r>
              <a:rPr lang="en-US"/>
              <a:t>MIN Syntax</a:t>
            </a:r>
            <a:endParaRPr lang="bg-BG" dirty="0"/>
          </a:p>
        </p:txBody>
      </p:sp>
      <p:sp>
        <p:nvSpPr>
          <p:cNvPr id="8" name="AutoShape 7"/>
          <p:cNvSpPr>
            <a:spLocks noChangeArrowheads="1"/>
          </p:cNvSpPr>
          <p:nvPr/>
        </p:nvSpPr>
        <p:spPr bwMode="auto">
          <a:xfrm>
            <a:off x="4718533" y="4869000"/>
            <a:ext cx="2796152" cy="571607"/>
          </a:xfrm>
          <a:prstGeom prst="wedgeRoundRectCallout">
            <a:avLst>
              <a:gd name="adj1" fmla="val -56357"/>
              <a:gd name="adj2" fmla="val -45437"/>
              <a:gd name="adj3" fmla="val 16667"/>
            </a:avLst>
          </a:prstGeom>
          <a:solidFill>
            <a:schemeClr val="tx1">
              <a:alpha val="80000"/>
            </a:schemeClr>
          </a:solidFill>
          <a:ln w="19050">
            <a:solidFill>
              <a:schemeClr val="tx1">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b="1" noProof="1">
                <a:solidFill>
                  <a:srgbClr val="FFFFFF"/>
                </a:solidFill>
                <a:effectLst>
                  <a:outerShdw blurRad="38100" dist="38100" dir="2700000" algn="tl">
                    <a:srgbClr val="000000">
                      <a:alpha val="43137"/>
                    </a:srgbClr>
                  </a:outerShdw>
                </a:effectLst>
              </a:rPr>
              <a:t>Group Columns</a:t>
            </a:r>
          </a:p>
        </p:txBody>
      </p:sp>
      <p:sp>
        <p:nvSpPr>
          <p:cNvPr id="13" name="AutoShape 7"/>
          <p:cNvSpPr>
            <a:spLocks noChangeArrowheads="1"/>
          </p:cNvSpPr>
          <p:nvPr/>
        </p:nvSpPr>
        <p:spPr bwMode="auto">
          <a:xfrm>
            <a:off x="7853768" y="2575215"/>
            <a:ext cx="2971800" cy="558485"/>
          </a:xfrm>
          <a:prstGeom prst="wedgeRoundRectCallout">
            <a:avLst>
              <a:gd name="adj1" fmla="val -58656"/>
              <a:gd name="adj2" fmla="val 50951"/>
              <a:gd name="adj3" fmla="val 16667"/>
            </a:avLst>
          </a:prstGeom>
          <a:solidFill>
            <a:schemeClr val="tx1">
              <a:alpha val="80000"/>
            </a:schemeClr>
          </a:solidFill>
          <a:ln w="19050">
            <a:solidFill>
              <a:schemeClr val="tx1">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b="1" noProof="1">
                <a:solidFill>
                  <a:srgbClr val="FFFFFF"/>
                </a:solidFill>
                <a:effectLst>
                  <a:outerShdw blurRad="38100" dist="38100" dir="2700000" algn="tl">
                    <a:srgbClr val="000000">
                      <a:alpha val="43137"/>
                    </a:srgbClr>
                  </a:outerShdw>
                </a:effectLst>
              </a:rPr>
              <a:t>New Column </a:t>
            </a:r>
            <a:r>
              <a:rPr lang="en-US" sz="2800" b="1" noProof="1">
                <a:solidFill>
                  <a:schemeClr val="bg2"/>
                </a:solidFill>
                <a:effectLst>
                  <a:outerShdw blurRad="38100" dist="38100" dir="2700000" algn="tl">
                    <a:srgbClr val="000000">
                      <a:alpha val="43137"/>
                    </a:srgbClr>
                  </a:outerShdw>
                </a:effectLst>
              </a:rPr>
              <a:t>Alias</a:t>
            </a:r>
          </a:p>
        </p:txBody>
      </p:sp>
      <p:sp>
        <p:nvSpPr>
          <p:cNvPr id="7" name="Slide Number">
            <a:extLst>
              <a:ext uri="{FF2B5EF4-FFF2-40B4-BE49-F238E27FC236}">
                <a16:creationId xmlns:a16="http://schemas.microsoft.com/office/drawing/2014/main" id="{82EFEA86-CD83-49C3-8167-A7DDB6AB982C}"/>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25</a:t>
            </a:fld>
            <a:endParaRPr lang="en-US" noProof="0" dirty="0"/>
          </a:p>
        </p:txBody>
      </p:sp>
    </p:spTree>
    <p:extLst>
      <p:ext uri="{BB962C8B-B14F-4D97-AF65-F5344CB8AC3E}">
        <p14:creationId xmlns:p14="http://schemas.microsoft.com/office/powerpoint/2010/main" val="358374467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p:cNvSpPr>
            <a:spLocks noGrp="1"/>
          </p:cNvSpPr>
          <p:nvPr>
            <p:ph idx="10"/>
          </p:nvPr>
        </p:nvSpPr>
        <p:spPr/>
        <p:txBody>
          <a:bodyPr/>
          <a:lstStyle/>
          <a:p>
            <a:pPr>
              <a:buClr>
                <a:schemeClr val="tx1"/>
              </a:buClr>
            </a:pPr>
            <a:r>
              <a:rPr lang="en-US" b="1" dirty="0">
                <a:solidFill>
                  <a:schemeClr val="bg1"/>
                </a:solidFill>
                <a:latin typeface="Consolas" panose="020B0609020204030204" pitchFamily="49" charset="0"/>
              </a:rPr>
              <a:t>AVG</a:t>
            </a:r>
            <a:r>
              <a:rPr lang="en-US" dirty="0"/>
              <a:t> - calculates the </a:t>
            </a:r>
            <a:r>
              <a:rPr lang="en-US" b="1" dirty="0">
                <a:solidFill>
                  <a:schemeClr val="bg1"/>
                </a:solidFill>
              </a:rPr>
              <a:t>average value </a:t>
            </a:r>
            <a:r>
              <a:rPr lang="en-US" dirty="0"/>
              <a:t>in a column </a:t>
            </a:r>
          </a:p>
        </p:txBody>
      </p:sp>
      <p:sp>
        <p:nvSpPr>
          <p:cNvPr id="465922" name="Rectangle 2"/>
          <p:cNvSpPr>
            <a:spLocks noGrp="1" noChangeArrowheads="1"/>
          </p:cNvSpPr>
          <p:nvPr>
            <p:ph type="title"/>
          </p:nvPr>
        </p:nvSpPr>
        <p:spPr/>
        <p:txBody>
          <a:bodyPr/>
          <a:lstStyle/>
          <a:p>
            <a:r>
              <a:rPr lang="en-US"/>
              <a:t>Aggregate Functions: AVG</a:t>
            </a:r>
            <a:endParaRPr lang="bg-BG" dirty="0"/>
          </a:p>
        </p:txBody>
      </p:sp>
      <p:graphicFrame>
        <p:nvGraphicFramePr>
          <p:cNvPr id="4" name="Table 3"/>
          <p:cNvGraphicFramePr>
            <a:graphicFrameLocks noGrp="1"/>
          </p:cNvGraphicFramePr>
          <p:nvPr/>
        </p:nvGraphicFramePr>
        <p:xfrm>
          <a:off x="381001" y="2209800"/>
          <a:ext cx="6095999" cy="3200400"/>
        </p:xfrm>
        <a:graphic>
          <a:graphicData uri="http://schemas.openxmlformats.org/drawingml/2006/table">
            <a:tbl>
              <a:tblPr firstRow="1" bandRow="1">
                <a:tableStyleId>{912C8C85-51F0-491E-9774-3900AFEF0FD7}</a:tableStyleId>
              </a:tblPr>
              <a:tblGrid>
                <a:gridCol w="1524000">
                  <a:extLst>
                    <a:ext uri="{9D8B030D-6E8A-4147-A177-3AD203B41FA5}">
                      <a16:colId xmlns:a16="http://schemas.microsoft.com/office/drawing/2014/main" val="3180040124"/>
                    </a:ext>
                  </a:extLst>
                </a:gridCol>
                <a:gridCol w="3170620">
                  <a:extLst>
                    <a:ext uri="{9D8B030D-6E8A-4147-A177-3AD203B41FA5}">
                      <a16:colId xmlns:a16="http://schemas.microsoft.com/office/drawing/2014/main" val="3141524875"/>
                    </a:ext>
                  </a:extLst>
                </a:gridCol>
                <a:gridCol w="1401379">
                  <a:extLst>
                    <a:ext uri="{9D8B030D-6E8A-4147-A177-3AD203B41FA5}">
                      <a16:colId xmlns:a16="http://schemas.microsoft.com/office/drawing/2014/main" val="1915661299"/>
                    </a:ext>
                  </a:extLst>
                </a:gridCol>
              </a:tblGrid>
              <a:tr h="457200">
                <a:tc>
                  <a:txBody>
                    <a:bodyPr/>
                    <a:lstStyle/>
                    <a:p>
                      <a:r>
                        <a:rPr lang="en-US" dirty="0">
                          <a:solidFill>
                            <a:schemeClr val="tx1"/>
                          </a:solidFill>
                          <a:effectLst/>
                        </a:rPr>
                        <a:t>Employee</a:t>
                      </a:r>
                    </a:p>
                  </a:txBody>
                  <a:tcPr/>
                </a:tc>
                <a:tc>
                  <a:txBody>
                    <a:bodyPr/>
                    <a:lstStyle/>
                    <a:p>
                      <a:r>
                        <a:rPr lang="en-US" dirty="0">
                          <a:solidFill>
                            <a:schemeClr val="tx1"/>
                          </a:solidFill>
                          <a:effectLst/>
                        </a:rPr>
                        <a:t>DepartmentName</a:t>
                      </a:r>
                    </a:p>
                  </a:txBody>
                  <a:tcPr/>
                </a:tc>
                <a:tc>
                  <a:txBody>
                    <a:bodyPr/>
                    <a:lstStyle/>
                    <a:p>
                      <a:r>
                        <a:rPr lang="en-US" dirty="0">
                          <a:solidFill>
                            <a:schemeClr val="tx1"/>
                          </a:solidFill>
                          <a:effectLst/>
                        </a:rPr>
                        <a:t>Salary</a:t>
                      </a:r>
                    </a:p>
                  </a:txBody>
                  <a:tcPr/>
                </a:tc>
                <a:extLst>
                  <a:ext uri="{0D108BD9-81ED-4DB2-BD59-A6C34878D82A}">
                    <a16:rowId xmlns:a16="http://schemas.microsoft.com/office/drawing/2014/main" val="247495740"/>
                  </a:ext>
                </a:extLst>
              </a:tr>
              <a:tr h="457200">
                <a:tc>
                  <a:txBody>
                    <a:bodyPr/>
                    <a:lstStyle/>
                    <a:p>
                      <a:r>
                        <a:rPr lang="en-US" dirty="0">
                          <a:effectLst/>
                        </a:rPr>
                        <a:t>Adam</a:t>
                      </a:r>
                      <a:endParaRPr lang="en-US" dirty="0">
                        <a:solidFill>
                          <a:schemeClr val="tx1"/>
                        </a:solidFill>
                        <a:effectLst/>
                      </a:endParaRPr>
                    </a:p>
                  </a:txBody>
                  <a:tcPr/>
                </a:tc>
                <a:tc>
                  <a:txBody>
                    <a:bodyPr/>
                    <a:lstStyle/>
                    <a:p>
                      <a:r>
                        <a:rPr lang="en-US" dirty="0">
                          <a:effectLst/>
                        </a:rPr>
                        <a:t>Database Support</a:t>
                      </a:r>
                      <a:endParaRPr lang="en-US" dirty="0">
                        <a:solidFill>
                          <a:schemeClr val="tx1"/>
                        </a:solidFill>
                        <a:effectLst/>
                      </a:endParaRPr>
                    </a:p>
                  </a:txBody>
                  <a:tcPr>
                    <a:solidFill>
                      <a:schemeClr val="accent2">
                        <a:lumMod val="20000"/>
                        <a:lumOff val="80000"/>
                      </a:schemeClr>
                    </a:solidFill>
                  </a:tcPr>
                </a:tc>
                <a:tc>
                  <a:txBody>
                    <a:bodyPr/>
                    <a:lstStyle/>
                    <a:p>
                      <a:r>
                        <a:rPr lang="en-US" dirty="0">
                          <a:effectLst/>
                        </a:rPr>
                        <a:t>5,000</a:t>
                      </a:r>
                      <a:endParaRPr lang="en-US" dirty="0">
                        <a:solidFill>
                          <a:schemeClr val="tx1"/>
                        </a:solidFill>
                        <a:effectLst/>
                      </a:endParaRPr>
                    </a:p>
                  </a:txBody>
                  <a:tcPr/>
                </a:tc>
                <a:extLst>
                  <a:ext uri="{0D108BD9-81ED-4DB2-BD59-A6C34878D82A}">
                    <a16:rowId xmlns:a16="http://schemas.microsoft.com/office/drawing/2014/main" val="3609066432"/>
                  </a:ext>
                </a:extLst>
              </a:tr>
              <a:tr h="457200">
                <a:tc>
                  <a:txBody>
                    <a:bodyPr/>
                    <a:lstStyle/>
                    <a:p>
                      <a:r>
                        <a:rPr lang="en-US" dirty="0">
                          <a:effectLst/>
                        </a:rPr>
                        <a:t>John</a:t>
                      </a:r>
                      <a:endParaRPr lang="en-US" dirty="0">
                        <a:solidFill>
                          <a:schemeClr val="tx1"/>
                        </a:solidFill>
                        <a:effectLst/>
                      </a:endParaRPr>
                    </a:p>
                  </a:txBody>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effectLst/>
                        </a:rPr>
                        <a:t>Database Support</a:t>
                      </a:r>
                      <a:endParaRPr lang="en-US" dirty="0">
                        <a:solidFill>
                          <a:schemeClr val="tx1"/>
                        </a:solidFill>
                        <a:effectLst/>
                      </a:endParaRPr>
                    </a:p>
                  </a:txBody>
                  <a:tcPr>
                    <a:solidFill>
                      <a:schemeClr val="accent2">
                        <a:lumMod val="20000"/>
                        <a:lumOff val="80000"/>
                      </a:schemeClr>
                    </a:solidFill>
                  </a:tcPr>
                </a:tc>
                <a:tc>
                  <a:txBody>
                    <a:bodyPr/>
                    <a:lstStyle/>
                    <a:p>
                      <a:r>
                        <a:rPr lang="en-US" dirty="0">
                          <a:effectLst/>
                        </a:rPr>
                        <a:t>15,000</a:t>
                      </a:r>
                      <a:endParaRPr lang="en-US" dirty="0">
                        <a:solidFill>
                          <a:schemeClr val="tx1"/>
                        </a:solidFill>
                        <a:effectLst/>
                      </a:endParaRPr>
                    </a:p>
                  </a:txBody>
                  <a:tcPr/>
                </a:tc>
                <a:extLst>
                  <a:ext uri="{0D108BD9-81ED-4DB2-BD59-A6C34878D82A}">
                    <a16:rowId xmlns:a16="http://schemas.microsoft.com/office/drawing/2014/main" val="1287682195"/>
                  </a:ext>
                </a:extLst>
              </a:tr>
              <a:tr h="457200">
                <a:tc>
                  <a:txBody>
                    <a:bodyPr/>
                    <a:lstStyle/>
                    <a:p>
                      <a:r>
                        <a:rPr lang="en-US" dirty="0">
                          <a:effectLst/>
                        </a:rPr>
                        <a:t>Jane</a:t>
                      </a:r>
                      <a:endParaRPr lang="en-US" dirty="0">
                        <a:solidFill>
                          <a:schemeClr val="tx1"/>
                        </a:solidFill>
                        <a:effectLst/>
                      </a:endParaRPr>
                    </a:p>
                  </a:txBody>
                  <a:tcPr/>
                </a:tc>
                <a:tc>
                  <a:txBody>
                    <a:bodyPr/>
                    <a:lstStyle/>
                    <a:p>
                      <a:r>
                        <a:rPr lang="en-US" dirty="0">
                          <a:effectLst/>
                        </a:rPr>
                        <a:t>Application Support</a:t>
                      </a:r>
                      <a:endParaRPr lang="en-US" dirty="0">
                        <a:solidFill>
                          <a:schemeClr val="tx1"/>
                        </a:solidFill>
                        <a:effectLst/>
                      </a:endParaRPr>
                    </a:p>
                  </a:txBody>
                  <a:tcPr>
                    <a:solidFill>
                      <a:schemeClr val="tx1">
                        <a:lumMod val="20000"/>
                        <a:lumOff val="80000"/>
                      </a:schemeClr>
                    </a:solidFill>
                  </a:tcPr>
                </a:tc>
                <a:tc>
                  <a:txBody>
                    <a:bodyPr/>
                    <a:lstStyle/>
                    <a:p>
                      <a:r>
                        <a:rPr lang="en-US" dirty="0">
                          <a:effectLst/>
                        </a:rPr>
                        <a:t>10,000</a:t>
                      </a:r>
                      <a:endParaRPr lang="en-US" dirty="0">
                        <a:solidFill>
                          <a:schemeClr val="tx1"/>
                        </a:solidFill>
                        <a:effectLst/>
                      </a:endParaRPr>
                    </a:p>
                  </a:txBody>
                  <a:tcPr/>
                </a:tc>
                <a:extLst>
                  <a:ext uri="{0D108BD9-81ED-4DB2-BD59-A6C34878D82A}">
                    <a16:rowId xmlns:a16="http://schemas.microsoft.com/office/drawing/2014/main" val="1053813033"/>
                  </a:ext>
                </a:extLst>
              </a:tr>
              <a:tr h="457200">
                <a:tc>
                  <a:txBody>
                    <a:bodyPr/>
                    <a:lstStyle/>
                    <a:p>
                      <a:r>
                        <a:rPr lang="en-US" dirty="0">
                          <a:effectLst/>
                        </a:rPr>
                        <a:t>George</a:t>
                      </a:r>
                      <a:endParaRPr lang="en-US" dirty="0">
                        <a:solidFill>
                          <a:schemeClr val="tx1"/>
                        </a:solidFill>
                        <a:effectLst/>
                      </a:endParaRPr>
                    </a:p>
                  </a:txBody>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effectLst/>
                        </a:rPr>
                        <a:t>Application Support</a:t>
                      </a:r>
                      <a:endParaRPr lang="en-US" dirty="0">
                        <a:solidFill>
                          <a:schemeClr val="tx1"/>
                        </a:solidFill>
                        <a:effectLst/>
                      </a:endParaRPr>
                    </a:p>
                  </a:txBody>
                  <a:tcPr>
                    <a:solidFill>
                      <a:schemeClr val="tx1">
                        <a:lumMod val="20000"/>
                        <a:lumOff val="80000"/>
                      </a:schemeClr>
                    </a:solidFill>
                  </a:tcPr>
                </a:tc>
                <a:tc>
                  <a:txBody>
                    <a:bodyPr/>
                    <a:lstStyle/>
                    <a:p>
                      <a:r>
                        <a:rPr lang="en-US" dirty="0">
                          <a:effectLst/>
                        </a:rPr>
                        <a:t>15,000</a:t>
                      </a:r>
                      <a:endParaRPr lang="en-US" dirty="0">
                        <a:solidFill>
                          <a:schemeClr val="tx1"/>
                        </a:solidFill>
                        <a:effectLst/>
                      </a:endParaRPr>
                    </a:p>
                  </a:txBody>
                  <a:tcPr/>
                </a:tc>
                <a:extLst>
                  <a:ext uri="{0D108BD9-81ED-4DB2-BD59-A6C34878D82A}">
                    <a16:rowId xmlns:a16="http://schemas.microsoft.com/office/drawing/2014/main" val="2640231826"/>
                  </a:ext>
                </a:extLst>
              </a:tr>
              <a:tr h="457200">
                <a:tc>
                  <a:txBody>
                    <a:bodyPr/>
                    <a:lstStyle/>
                    <a:p>
                      <a:r>
                        <a:rPr lang="en-US" dirty="0">
                          <a:effectLst/>
                        </a:rPr>
                        <a:t>Lila</a:t>
                      </a:r>
                      <a:endParaRPr lang="en-US" dirty="0">
                        <a:solidFill>
                          <a:schemeClr val="tx1"/>
                        </a:solidFill>
                        <a:effectLst/>
                      </a:endParaRPr>
                    </a:p>
                  </a:txBody>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effectLst/>
                        </a:rPr>
                        <a:t>Application Support</a:t>
                      </a:r>
                      <a:endParaRPr lang="en-US" dirty="0">
                        <a:solidFill>
                          <a:schemeClr val="tx1"/>
                        </a:solidFill>
                        <a:effectLst/>
                      </a:endParaRPr>
                    </a:p>
                  </a:txBody>
                  <a:tcPr>
                    <a:solidFill>
                      <a:schemeClr val="tx1">
                        <a:lumMod val="20000"/>
                        <a:lumOff val="80000"/>
                      </a:schemeClr>
                    </a:solidFill>
                  </a:tcPr>
                </a:tc>
                <a:tc>
                  <a:txBody>
                    <a:bodyPr/>
                    <a:lstStyle/>
                    <a:p>
                      <a:r>
                        <a:rPr lang="en-US" dirty="0">
                          <a:effectLst/>
                        </a:rPr>
                        <a:t>5,000</a:t>
                      </a:r>
                      <a:endParaRPr lang="en-US" dirty="0">
                        <a:solidFill>
                          <a:schemeClr val="tx1"/>
                        </a:solidFill>
                        <a:effectLst/>
                      </a:endParaRPr>
                    </a:p>
                  </a:txBody>
                  <a:tcPr/>
                </a:tc>
                <a:extLst>
                  <a:ext uri="{0D108BD9-81ED-4DB2-BD59-A6C34878D82A}">
                    <a16:rowId xmlns:a16="http://schemas.microsoft.com/office/drawing/2014/main" val="1267294716"/>
                  </a:ext>
                </a:extLst>
              </a:tr>
              <a:tr h="457200">
                <a:tc>
                  <a:txBody>
                    <a:bodyPr/>
                    <a:lstStyle/>
                    <a:p>
                      <a:r>
                        <a:rPr lang="en-US" dirty="0">
                          <a:effectLst/>
                        </a:rPr>
                        <a:t>Fred</a:t>
                      </a:r>
                      <a:endParaRPr lang="en-US" dirty="0">
                        <a:solidFill>
                          <a:schemeClr val="tx1"/>
                        </a:solidFill>
                        <a:effectLst/>
                      </a:endParaRPr>
                    </a:p>
                  </a:txBody>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effectLst/>
                        </a:rPr>
                        <a:t>Software Support</a:t>
                      </a:r>
                      <a:endParaRPr lang="en-US" dirty="0">
                        <a:solidFill>
                          <a:schemeClr val="tx1"/>
                        </a:solidFill>
                        <a:effectLst/>
                      </a:endParaRPr>
                    </a:p>
                  </a:txBody>
                  <a:tcPr>
                    <a:solidFill>
                      <a:schemeClr val="bg1">
                        <a:lumMod val="20000"/>
                        <a:lumOff val="80000"/>
                      </a:schemeClr>
                    </a:solidFill>
                  </a:tcPr>
                </a:tc>
                <a:tc>
                  <a:txBody>
                    <a:bodyPr/>
                    <a:lstStyle/>
                    <a:p>
                      <a:r>
                        <a:rPr lang="en-US" dirty="0">
                          <a:effectLst/>
                        </a:rPr>
                        <a:t>15,000</a:t>
                      </a:r>
                      <a:endParaRPr lang="en-US" dirty="0">
                        <a:solidFill>
                          <a:schemeClr val="tx1"/>
                        </a:solidFill>
                        <a:effectLst/>
                      </a:endParaRPr>
                    </a:p>
                  </a:txBody>
                  <a:tcPr/>
                </a:tc>
                <a:extLst>
                  <a:ext uri="{0D108BD9-81ED-4DB2-BD59-A6C34878D82A}">
                    <a16:rowId xmlns:a16="http://schemas.microsoft.com/office/drawing/2014/main" val="934848964"/>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511718890"/>
              </p:ext>
            </p:extLst>
          </p:nvPr>
        </p:nvGraphicFramePr>
        <p:xfrm>
          <a:off x="7463956" y="3135844"/>
          <a:ext cx="4267200" cy="1828800"/>
        </p:xfrm>
        <a:graphic>
          <a:graphicData uri="http://schemas.openxmlformats.org/drawingml/2006/table">
            <a:tbl>
              <a:tblPr firstRow="1" bandRow="1">
                <a:tableStyleId>{912C8C85-51F0-491E-9774-3900AFEF0FD7}</a:tableStyleId>
              </a:tblPr>
              <a:tblGrid>
                <a:gridCol w="2666999">
                  <a:extLst>
                    <a:ext uri="{9D8B030D-6E8A-4147-A177-3AD203B41FA5}">
                      <a16:colId xmlns:a16="http://schemas.microsoft.com/office/drawing/2014/main" val="1444822382"/>
                    </a:ext>
                  </a:extLst>
                </a:gridCol>
                <a:gridCol w="1600201">
                  <a:extLst>
                    <a:ext uri="{9D8B030D-6E8A-4147-A177-3AD203B41FA5}">
                      <a16:colId xmlns:a16="http://schemas.microsoft.com/office/drawing/2014/main" val="1109817519"/>
                    </a:ext>
                  </a:extLst>
                </a:gridCol>
              </a:tblGrid>
              <a:tr h="457200">
                <a:tc>
                  <a:txBody>
                    <a:bodyPr/>
                    <a:lstStyle/>
                    <a:p>
                      <a:r>
                        <a:rPr lang="en-US" dirty="0">
                          <a:solidFill>
                            <a:schemeClr val="tx1"/>
                          </a:solidFill>
                          <a:effectLst/>
                        </a:rPr>
                        <a:t>DepartmentName</a:t>
                      </a:r>
                    </a:p>
                  </a:txBody>
                  <a:tcPr/>
                </a:tc>
                <a:tc>
                  <a:txBody>
                    <a:bodyPr/>
                    <a:lstStyle/>
                    <a:p>
                      <a:r>
                        <a:rPr lang="en-US" dirty="0">
                          <a:solidFill>
                            <a:schemeClr val="tx1"/>
                          </a:solidFill>
                          <a:effectLst/>
                        </a:rPr>
                        <a:t>AvgSalary</a:t>
                      </a:r>
                    </a:p>
                  </a:txBody>
                  <a:tcPr/>
                </a:tc>
                <a:extLst>
                  <a:ext uri="{0D108BD9-81ED-4DB2-BD59-A6C34878D82A}">
                    <a16:rowId xmlns:a16="http://schemas.microsoft.com/office/drawing/2014/main" val="3449101239"/>
                  </a:ext>
                </a:extLst>
              </a:tr>
              <a:tr h="457200">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effectLst/>
                        </a:rPr>
                        <a:t>Database Support</a:t>
                      </a:r>
                      <a:endParaRPr lang="en-US" dirty="0">
                        <a:solidFill>
                          <a:schemeClr val="tx1"/>
                        </a:solidFill>
                        <a:effectLst/>
                      </a:endParaRPr>
                    </a:p>
                  </a:txBody>
                  <a:tcPr/>
                </a:tc>
                <a:tc>
                  <a:txBody>
                    <a:bodyPr/>
                    <a:lstStyle/>
                    <a:p>
                      <a:r>
                        <a:rPr lang="bg-BG" dirty="0">
                          <a:effectLst/>
                        </a:rPr>
                        <a:t>10,000</a:t>
                      </a:r>
                      <a:endParaRPr lang="en-US" dirty="0">
                        <a:solidFill>
                          <a:schemeClr val="tx1"/>
                        </a:solidFill>
                        <a:effectLst/>
                      </a:endParaRPr>
                    </a:p>
                  </a:txBody>
                  <a:tcPr/>
                </a:tc>
                <a:extLst>
                  <a:ext uri="{0D108BD9-81ED-4DB2-BD59-A6C34878D82A}">
                    <a16:rowId xmlns:a16="http://schemas.microsoft.com/office/drawing/2014/main" val="2908875595"/>
                  </a:ext>
                </a:extLst>
              </a:tr>
              <a:tr h="457200">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effectLst/>
                        </a:rPr>
                        <a:t>Application Support</a:t>
                      </a:r>
                      <a:endParaRPr lang="en-US" dirty="0">
                        <a:solidFill>
                          <a:schemeClr val="tx1"/>
                        </a:solidFill>
                        <a:effectLst/>
                      </a:endParaRPr>
                    </a:p>
                  </a:txBody>
                  <a:tcPr/>
                </a:tc>
                <a:tc>
                  <a:txBody>
                    <a:bodyPr/>
                    <a:lstStyle/>
                    <a:p>
                      <a:r>
                        <a:rPr lang="bg-BG" dirty="0">
                          <a:effectLst/>
                        </a:rPr>
                        <a:t>10,000</a:t>
                      </a:r>
                      <a:endParaRPr lang="en-US" dirty="0">
                        <a:solidFill>
                          <a:schemeClr val="tx1"/>
                        </a:solidFill>
                        <a:effectLst/>
                      </a:endParaRPr>
                    </a:p>
                  </a:txBody>
                  <a:tcPr/>
                </a:tc>
                <a:extLst>
                  <a:ext uri="{0D108BD9-81ED-4DB2-BD59-A6C34878D82A}">
                    <a16:rowId xmlns:a16="http://schemas.microsoft.com/office/drawing/2014/main" val="412535321"/>
                  </a:ext>
                </a:extLst>
              </a:tr>
              <a:tr h="457200">
                <a:tc>
                  <a:txBody>
                    <a:bodyPr/>
                    <a:lstStyle/>
                    <a:p>
                      <a:r>
                        <a:rPr lang="en-US" dirty="0">
                          <a:effectLst/>
                        </a:rPr>
                        <a:t>Software Support</a:t>
                      </a:r>
                      <a:endParaRPr lang="en-US" dirty="0">
                        <a:solidFill>
                          <a:schemeClr val="tx1"/>
                        </a:solidFill>
                        <a:effectLst/>
                      </a:endParaRPr>
                    </a:p>
                  </a:txBody>
                  <a:tcPr/>
                </a:tc>
                <a:tc>
                  <a:txBody>
                    <a:bodyPr/>
                    <a:lstStyle/>
                    <a:p>
                      <a:r>
                        <a:rPr lang="bg-BG" dirty="0">
                          <a:effectLst/>
                        </a:rPr>
                        <a:t>15,000</a:t>
                      </a:r>
                      <a:endParaRPr lang="en-US" dirty="0">
                        <a:solidFill>
                          <a:schemeClr val="tx1"/>
                        </a:solidFill>
                        <a:effectLst/>
                      </a:endParaRPr>
                    </a:p>
                  </a:txBody>
                  <a:tcPr/>
                </a:tc>
                <a:extLst>
                  <a:ext uri="{0D108BD9-81ED-4DB2-BD59-A6C34878D82A}">
                    <a16:rowId xmlns:a16="http://schemas.microsoft.com/office/drawing/2014/main" val="3347448364"/>
                  </a:ext>
                </a:extLst>
              </a:tr>
            </a:tbl>
          </a:graphicData>
        </a:graphic>
      </p:graphicFrame>
      <p:sp>
        <p:nvSpPr>
          <p:cNvPr id="14" name="Right Arrow 15"/>
          <p:cNvSpPr/>
          <p:nvPr/>
        </p:nvSpPr>
        <p:spPr>
          <a:xfrm rot="1884745">
            <a:off x="6588566" y="3117078"/>
            <a:ext cx="598050" cy="373330"/>
          </a:xfrm>
          <a:prstGeom prst="rightArrow">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5" name="Right Arrow 15"/>
          <p:cNvSpPr/>
          <p:nvPr/>
        </p:nvSpPr>
        <p:spPr>
          <a:xfrm>
            <a:off x="6588565" y="3863579"/>
            <a:ext cx="598050" cy="373330"/>
          </a:xfrm>
          <a:prstGeom prst="rightArrow">
            <a:avLst/>
          </a:prstGeom>
          <a:solidFill>
            <a:schemeClr val="tx1">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6" name="Right Arrow 15"/>
          <p:cNvSpPr/>
          <p:nvPr/>
        </p:nvSpPr>
        <p:spPr>
          <a:xfrm rot="19680784">
            <a:off x="6570486" y="4545014"/>
            <a:ext cx="598050" cy="373330"/>
          </a:xfrm>
          <a:prstGeom prst="rightArrow">
            <a:avLst/>
          </a:prstGeom>
          <a:solidFill>
            <a:schemeClr val="bg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0" name="Slide Number">
            <a:extLst>
              <a:ext uri="{FF2B5EF4-FFF2-40B4-BE49-F238E27FC236}">
                <a16:creationId xmlns:a16="http://schemas.microsoft.com/office/drawing/2014/main" id="{6FF143D1-1C9D-4BBC-9D47-60EDEBB94ED9}"/>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26</a:t>
            </a:fld>
            <a:endParaRPr lang="en-US" noProof="0" dirty="0"/>
          </a:p>
        </p:txBody>
      </p:sp>
    </p:spTree>
    <p:extLst>
      <p:ext uri="{BB962C8B-B14F-4D97-AF65-F5344CB8AC3E}">
        <p14:creationId xmlns:p14="http://schemas.microsoft.com/office/powerpoint/2010/main" val="360179816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a:spLocks noChangeArrowheads="1"/>
          </p:cNvSpPr>
          <p:nvPr/>
        </p:nvSpPr>
        <p:spPr bwMode="auto">
          <a:xfrm>
            <a:off x="1916400" y="2574000"/>
            <a:ext cx="8362800" cy="2160591"/>
          </a:xfrm>
          <a:prstGeom prst="rect">
            <a:avLst/>
          </a:prstGeom>
          <a:solidFill>
            <a:schemeClr val="accent5">
              <a:lumMod val="40000"/>
              <a:lumOff val="60000"/>
              <a:alpha val="20000"/>
            </a:schemeClr>
          </a:solidFill>
          <a:ln w="12700">
            <a:solidFill>
              <a:schemeClr val="accent5">
                <a:lumMod val="60000"/>
                <a:lumOff val="40000"/>
              </a:schemeClr>
            </a:solidFill>
          </a:ln>
        </p:spPr>
        <p:txBody>
          <a:bodyPr wrap="square">
            <a:spAutoFit/>
          </a:bodyPr>
          <a:lstStyle/>
          <a:p>
            <a:pPr>
              <a:lnSpc>
                <a:spcPct val="105000"/>
              </a:lnSpc>
            </a:pPr>
            <a:r>
              <a:rPr lang="en-US" sz="3200" b="1" dirty="0">
                <a:latin typeface="Consolas" pitchFamily="49" charset="0"/>
                <a:cs typeface="Consolas" pitchFamily="49" charset="0"/>
              </a:rPr>
              <a:t>  SELECT e.</a:t>
            </a:r>
            <a:r>
              <a:rPr lang="en-US" sz="3200" b="1" noProof="1">
                <a:latin typeface="Consolas" pitchFamily="49" charset="0"/>
                <a:cs typeface="Consolas" pitchFamily="49" charset="0"/>
              </a:rPr>
              <a:t>DepartmentID</a:t>
            </a:r>
            <a:r>
              <a:rPr lang="en-US" sz="3200" b="1" dirty="0">
                <a:latin typeface="Consolas" pitchFamily="49" charset="0"/>
                <a:cs typeface="Consolas" pitchFamily="49" charset="0"/>
              </a:rPr>
              <a:t>, </a:t>
            </a:r>
          </a:p>
          <a:p>
            <a:pPr>
              <a:lnSpc>
                <a:spcPct val="105000"/>
              </a:lnSpc>
            </a:pPr>
            <a:r>
              <a:rPr lang="en-US" sz="3200" b="1" dirty="0">
                <a:latin typeface="Consolas" pitchFamily="49" charset="0"/>
                <a:cs typeface="Consolas" pitchFamily="49" charset="0"/>
              </a:rPr>
              <a:t>         </a:t>
            </a:r>
            <a:r>
              <a:rPr lang="en-US" sz="3200" b="1" dirty="0">
                <a:solidFill>
                  <a:schemeClr val="bg1"/>
                </a:solidFill>
                <a:latin typeface="Consolas" pitchFamily="49" charset="0"/>
                <a:cs typeface="Consolas" pitchFamily="49" charset="0"/>
              </a:rPr>
              <a:t>AVG</a:t>
            </a:r>
            <a:r>
              <a:rPr lang="en-US" sz="3200" b="1" dirty="0">
                <a:latin typeface="Consolas" pitchFamily="49" charset="0"/>
                <a:cs typeface="Consolas" pitchFamily="49" charset="0"/>
              </a:rPr>
              <a:t>(</a:t>
            </a:r>
            <a:r>
              <a:rPr lang="en-US" sz="3200" b="1" dirty="0">
                <a:solidFill>
                  <a:schemeClr val="bg1"/>
                </a:solidFill>
                <a:latin typeface="Consolas" pitchFamily="49" charset="0"/>
                <a:cs typeface="Consolas" pitchFamily="49" charset="0"/>
              </a:rPr>
              <a:t>e.Salary</a:t>
            </a:r>
            <a:r>
              <a:rPr lang="en-US" sz="3200" b="1" dirty="0">
                <a:latin typeface="Consolas" pitchFamily="49" charset="0"/>
                <a:cs typeface="Consolas" pitchFamily="49" charset="0"/>
              </a:rPr>
              <a:t>) AS </a:t>
            </a:r>
            <a:r>
              <a:rPr lang="en-US" sz="3200" b="1" noProof="1">
                <a:solidFill>
                  <a:schemeClr val="bg1"/>
                </a:solidFill>
                <a:latin typeface="Consolas" pitchFamily="49" charset="0"/>
                <a:cs typeface="Consolas" pitchFamily="49" charset="0"/>
              </a:rPr>
              <a:t>AvgSalary</a:t>
            </a:r>
            <a:endParaRPr lang="en-US" sz="3200" b="1" dirty="0">
              <a:solidFill>
                <a:schemeClr val="bg1"/>
              </a:solidFill>
              <a:latin typeface="Consolas" pitchFamily="49" charset="0"/>
              <a:cs typeface="Consolas" pitchFamily="49" charset="0"/>
            </a:endParaRPr>
          </a:p>
          <a:p>
            <a:pPr>
              <a:lnSpc>
                <a:spcPct val="105000"/>
              </a:lnSpc>
            </a:pPr>
            <a:r>
              <a:rPr lang="en-GB" sz="3200" b="1" dirty="0">
                <a:latin typeface="Consolas" pitchFamily="49" charset="0"/>
                <a:cs typeface="Consolas" pitchFamily="49" charset="0"/>
              </a:rPr>
              <a:t>    FROM Employees AS e</a:t>
            </a:r>
          </a:p>
          <a:p>
            <a:pPr>
              <a:lnSpc>
                <a:spcPct val="105000"/>
              </a:lnSpc>
            </a:pPr>
            <a:r>
              <a:rPr lang="en-GB" sz="3200" b="1" dirty="0">
                <a:latin typeface="Consolas" pitchFamily="49" charset="0"/>
                <a:cs typeface="Consolas" pitchFamily="49" charset="0"/>
              </a:rPr>
              <a:t>GROUP BY e.</a:t>
            </a:r>
            <a:r>
              <a:rPr lang="en-US" sz="3200" b="1" noProof="1">
                <a:latin typeface="Consolas" pitchFamily="49" charset="0"/>
                <a:cs typeface="Consolas" pitchFamily="49" charset="0"/>
              </a:rPr>
              <a:t>DepartmentID</a:t>
            </a:r>
          </a:p>
        </p:txBody>
      </p:sp>
      <p:sp>
        <p:nvSpPr>
          <p:cNvPr id="465922" name="Rectangle 2"/>
          <p:cNvSpPr>
            <a:spLocks noGrp="1" noChangeArrowheads="1"/>
          </p:cNvSpPr>
          <p:nvPr>
            <p:ph type="title"/>
          </p:nvPr>
        </p:nvSpPr>
        <p:spPr/>
        <p:txBody>
          <a:bodyPr/>
          <a:lstStyle/>
          <a:p>
            <a:r>
              <a:rPr lang="en-US" dirty="0"/>
              <a:t>AVG Syntax</a:t>
            </a:r>
            <a:endParaRPr lang="bg-BG" dirty="0"/>
          </a:p>
        </p:txBody>
      </p:sp>
      <p:sp>
        <p:nvSpPr>
          <p:cNvPr id="12" name="AutoShape 7"/>
          <p:cNvSpPr>
            <a:spLocks noChangeArrowheads="1"/>
          </p:cNvSpPr>
          <p:nvPr/>
        </p:nvSpPr>
        <p:spPr bwMode="auto">
          <a:xfrm>
            <a:off x="6205440" y="4663682"/>
            <a:ext cx="2824833" cy="516499"/>
          </a:xfrm>
          <a:prstGeom prst="wedgeRoundRectCallout">
            <a:avLst>
              <a:gd name="adj1" fmla="val -58388"/>
              <a:gd name="adj2" fmla="val -38354"/>
              <a:gd name="adj3" fmla="val 16667"/>
            </a:avLst>
          </a:prstGeom>
          <a:solidFill>
            <a:schemeClr val="tx1">
              <a:alpha val="80000"/>
            </a:schemeClr>
          </a:solidFill>
          <a:ln w="19050">
            <a:solidFill>
              <a:schemeClr val="tx1">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b="1" noProof="1">
                <a:solidFill>
                  <a:srgbClr val="FFFFFF"/>
                </a:solidFill>
                <a:effectLst>
                  <a:outerShdw blurRad="38100" dist="38100" dir="2700000" algn="tl">
                    <a:srgbClr val="000000">
                      <a:alpha val="43137"/>
                    </a:srgbClr>
                  </a:outerShdw>
                </a:effectLst>
              </a:rPr>
              <a:t>Group Columns</a:t>
            </a:r>
          </a:p>
        </p:txBody>
      </p:sp>
      <p:sp>
        <p:nvSpPr>
          <p:cNvPr id="13" name="AutoShape 7"/>
          <p:cNvSpPr>
            <a:spLocks noChangeArrowheads="1"/>
          </p:cNvSpPr>
          <p:nvPr/>
        </p:nvSpPr>
        <p:spPr bwMode="auto">
          <a:xfrm>
            <a:off x="9019200" y="2574000"/>
            <a:ext cx="2971800" cy="558485"/>
          </a:xfrm>
          <a:prstGeom prst="wedgeRoundRectCallout">
            <a:avLst>
              <a:gd name="adj1" fmla="val -57309"/>
              <a:gd name="adj2" fmla="val 38823"/>
              <a:gd name="adj3" fmla="val 16667"/>
            </a:avLst>
          </a:prstGeom>
          <a:solidFill>
            <a:schemeClr val="tx1">
              <a:alpha val="80000"/>
            </a:schemeClr>
          </a:solidFill>
          <a:ln w="19050">
            <a:solidFill>
              <a:schemeClr val="tx1">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b="1" noProof="1">
                <a:solidFill>
                  <a:srgbClr val="FFFFFF"/>
                </a:solidFill>
                <a:effectLst>
                  <a:outerShdw blurRad="38100" dist="38100" dir="2700000" algn="tl">
                    <a:srgbClr val="000000">
                      <a:alpha val="43137"/>
                    </a:srgbClr>
                  </a:outerShdw>
                </a:effectLst>
              </a:rPr>
              <a:t>New Column Alias</a:t>
            </a:r>
          </a:p>
        </p:txBody>
      </p:sp>
      <p:sp>
        <p:nvSpPr>
          <p:cNvPr id="7" name="Slide Number">
            <a:extLst>
              <a:ext uri="{FF2B5EF4-FFF2-40B4-BE49-F238E27FC236}">
                <a16:creationId xmlns:a16="http://schemas.microsoft.com/office/drawing/2014/main" id="{C8349621-CDF6-4A47-94C6-375BFBB744E6}"/>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27</a:t>
            </a:fld>
            <a:endParaRPr lang="en-US" noProof="0" dirty="0"/>
          </a:p>
        </p:txBody>
      </p:sp>
    </p:spTree>
    <p:extLst>
      <p:ext uri="{BB962C8B-B14F-4D97-AF65-F5344CB8AC3E}">
        <p14:creationId xmlns:p14="http://schemas.microsoft.com/office/powerpoint/2010/main" val="321277631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p:cNvSpPr>
            <a:spLocks noGrp="1"/>
          </p:cNvSpPr>
          <p:nvPr>
            <p:ph idx="10"/>
          </p:nvPr>
        </p:nvSpPr>
        <p:spPr/>
        <p:txBody>
          <a:bodyPr/>
          <a:lstStyle/>
          <a:p>
            <a:pPr>
              <a:buClr>
                <a:schemeClr val="tx1"/>
              </a:buClr>
            </a:pPr>
            <a:r>
              <a:rPr lang="en-US" b="1" dirty="0">
                <a:solidFill>
                  <a:schemeClr val="bg1"/>
                </a:solidFill>
                <a:latin typeface="Consolas" panose="020B0609020204030204" pitchFamily="49" charset="0"/>
              </a:rPr>
              <a:t>STRING_AGG</a:t>
            </a:r>
            <a:r>
              <a:rPr lang="en-US" dirty="0">
                <a:latin typeface="Consolas" panose="020B0609020204030204" pitchFamily="49" charset="0"/>
              </a:rPr>
              <a:t> </a:t>
            </a:r>
            <a:r>
              <a:rPr lang="en-US" dirty="0"/>
              <a:t>- Concatenates the values of string expressions </a:t>
            </a:r>
            <a:br>
              <a:rPr lang="en-US" dirty="0"/>
            </a:br>
            <a:r>
              <a:rPr lang="en-US" dirty="0"/>
              <a:t>and places separator values between them. The separator is </a:t>
            </a:r>
            <a:br>
              <a:rPr lang="en-US" dirty="0"/>
            </a:br>
            <a:r>
              <a:rPr lang="en-US" dirty="0"/>
              <a:t>not added at the end of string</a:t>
            </a:r>
          </a:p>
        </p:txBody>
      </p:sp>
      <p:sp>
        <p:nvSpPr>
          <p:cNvPr id="465922" name="Rectangle 2"/>
          <p:cNvSpPr>
            <a:spLocks noGrp="1" noChangeArrowheads="1"/>
          </p:cNvSpPr>
          <p:nvPr>
            <p:ph type="title"/>
          </p:nvPr>
        </p:nvSpPr>
        <p:spPr/>
        <p:txBody>
          <a:bodyPr/>
          <a:lstStyle/>
          <a:p>
            <a:r>
              <a:rPr lang="en-US" dirty="0"/>
              <a:t>Aggregate Functions: STRING_AGG</a:t>
            </a:r>
            <a:endParaRPr lang="bg-BG" dirty="0"/>
          </a:p>
        </p:txBody>
      </p:sp>
      <p:sp>
        <p:nvSpPr>
          <p:cNvPr id="10" name="Rectangle 9"/>
          <p:cNvSpPr>
            <a:spLocks noChangeArrowheads="1"/>
          </p:cNvSpPr>
          <p:nvPr/>
        </p:nvSpPr>
        <p:spPr bwMode="auto">
          <a:xfrm>
            <a:off x="642164" y="4527384"/>
            <a:ext cx="10924248" cy="997196"/>
          </a:xfrm>
          <a:prstGeom prst="rect">
            <a:avLst/>
          </a:prstGeom>
          <a:solidFill>
            <a:schemeClr val="accent5">
              <a:lumMod val="40000"/>
              <a:lumOff val="60000"/>
              <a:alpha val="20000"/>
            </a:schemeClr>
          </a:solidFill>
          <a:ln w="12700">
            <a:solidFill>
              <a:schemeClr val="accent5">
                <a:lumMod val="60000"/>
                <a:lumOff val="40000"/>
              </a:schemeClr>
            </a:solidFill>
          </a:ln>
        </p:spPr>
        <p:txBody>
          <a:bodyPr wrap="square">
            <a:spAutoFit/>
          </a:bodyPr>
          <a:lstStyle/>
          <a:p>
            <a:pPr>
              <a:lnSpc>
                <a:spcPct val="105000"/>
              </a:lnSpc>
            </a:pPr>
            <a:r>
              <a:rPr lang="en-US" sz="2800" b="1" dirty="0">
                <a:solidFill>
                  <a:schemeClr val="bg1"/>
                </a:solidFill>
                <a:latin typeface="Consolas" pitchFamily="49" charset="0"/>
                <a:cs typeface="Consolas" pitchFamily="49" charset="0"/>
              </a:rPr>
              <a:t>STRING_AGG</a:t>
            </a:r>
            <a:r>
              <a:rPr lang="en-US" sz="2800" b="1" dirty="0">
                <a:latin typeface="Consolas" pitchFamily="49" charset="0"/>
                <a:cs typeface="Consolas" pitchFamily="49" charset="0"/>
              </a:rPr>
              <a:t> ( expression, separator ) </a:t>
            </a:r>
          </a:p>
          <a:p>
            <a:pPr>
              <a:lnSpc>
                <a:spcPct val="105000"/>
              </a:lnSpc>
            </a:pPr>
            <a:r>
              <a:rPr lang="en-US" sz="2800" b="1" dirty="0">
                <a:latin typeface="Consolas" pitchFamily="49" charset="0"/>
                <a:cs typeface="Consolas" pitchFamily="49" charset="0"/>
              </a:rPr>
              <a:t>  [WITHIN GROUP ( ORDER BY expression [ ASC | DESC ] )]</a:t>
            </a:r>
          </a:p>
        </p:txBody>
      </p:sp>
      <p:sp>
        <p:nvSpPr>
          <p:cNvPr id="12" name="AutoShape 7"/>
          <p:cNvSpPr>
            <a:spLocks noChangeArrowheads="1"/>
          </p:cNvSpPr>
          <p:nvPr/>
        </p:nvSpPr>
        <p:spPr bwMode="auto">
          <a:xfrm>
            <a:off x="3577200" y="3069000"/>
            <a:ext cx="8543244" cy="1330836"/>
          </a:xfrm>
          <a:prstGeom prst="wedgeRoundRectCallout">
            <a:avLst>
              <a:gd name="adj1" fmla="val -53294"/>
              <a:gd name="adj2" fmla="val 43792"/>
              <a:gd name="adj3" fmla="val 16667"/>
            </a:avLst>
          </a:prstGeom>
          <a:solidFill>
            <a:schemeClr val="tx1">
              <a:alpha val="80000"/>
            </a:schemeClr>
          </a:solidFill>
          <a:ln w="19050">
            <a:solidFill>
              <a:schemeClr val="tx1">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b="1" noProof="1">
                <a:solidFill>
                  <a:srgbClr val="FFFFFF"/>
                </a:solidFill>
                <a:effectLst>
                  <a:outerShdw blurRad="38100" dist="38100" dir="2700000" algn="tl">
                    <a:srgbClr val="000000">
                      <a:alpha val="43137"/>
                    </a:srgbClr>
                  </a:outerShdw>
                </a:effectLst>
              </a:rPr>
              <a:t>Expressions are converted to </a:t>
            </a:r>
            <a:r>
              <a:rPr lang="en-US" sz="2800" b="1" noProof="1">
                <a:solidFill>
                  <a:schemeClr val="bg1"/>
                </a:solidFill>
                <a:effectLst>
                  <a:outerShdw blurRad="38100" dist="38100" dir="2700000" algn="tl">
                    <a:srgbClr val="000000">
                      <a:alpha val="43137"/>
                    </a:srgbClr>
                  </a:outerShdw>
                </a:effectLst>
                <a:latin typeface="Consolas" panose="020B0609020204030204" pitchFamily="49" charset="0"/>
              </a:rPr>
              <a:t>NVARCHAR</a:t>
            </a:r>
            <a:r>
              <a:rPr lang="en-US" sz="2800" b="1" noProof="1">
                <a:solidFill>
                  <a:srgbClr val="FFFFFF"/>
                </a:solidFill>
                <a:effectLst>
                  <a:outerShdw blurRad="38100" dist="38100" dir="2700000" algn="tl">
                    <a:srgbClr val="000000">
                      <a:alpha val="43137"/>
                    </a:srgbClr>
                  </a:outerShdw>
                </a:effectLst>
              </a:rPr>
              <a:t> or </a:t>
            </a:r>
            <a:r>
              <a:rPr lang="en-US" sz="2800" b="1" noProof="1">
                <a:solidFill>
                  <a:schemeClr val="bg1"/>
                </a:solidFill>
                <a:effectLst>
                  <a:outerShdw blurRad="38100" dist="38100" dir="2700000" algn="tl">
                    <a:srgbClr val="000000">
                      <a:alpha val="43137"/>
                    </a:srgbClr>
                  </a:outerShdw>
                </a:effectLst>
                <a:latin typeface="Consolas" panose="020B0609020204030204" pitchFamily="49" charset="0"/>
              </a:rPr>
              <a:t>VARCHAR</a:t>
            </a:r>
            <a:r>
              <a:rPr lang="en-US" sz="2800" b="1" noProof="1">
                <a:solidFill>
                  <a:srgbClr val="FFFFFF"/>
                </a:solidFill>
                <a:effectLst>
                  <a:outerShdw blurRad="38100" dist="38100" dir="2700000" algn="tl">
                    <a:srgbClr val="000000">
                      <a:alpha val="43137"/>
                    </a:srgbClr>
                  </a:outerShdw>
                </a:effectLst>
              </a:rPr>
              <a:t> types during concatenation. Non-string types are converted to </a:t>
            </a:r>
            <a:r>
              <a:rPr lang="en-US" sz="2800" b="1" noProof="1">
                <a:solidFill>
                  <a:schemeClr val="bg1"/>
                </a:solidFill>
                <a:effectLst>
                  <a:outerShdw blurRad="38100" dist="38100" dir="2700000" algn="tl">
                    <a:srgbClr val="000000">
                      <a:alpha val="43137"/>
                    </a:srgbClr>
                  </a:outerShdw>
                </a:effectLst>
                <a:latin typeface="Consolas" panose="020B0609020204030204" pitchFamily="49" charset="0"/>
              </a:rPr>
              <a:t>NVARCHAR</a:t>
            </a:r>
            <a:r>
              <a:rPr lang="en-US" sz="2800" b="1" noProof="1">
                <a:solidFill>
                  <a:srgbClr val="FFFFFF"/>
                </a:solidFill>
                <a:effectLst>
                  <a:outerShdw blurRad="38100" dist="38100" dir="2700000" algn="tl">
                    <a:srgbClr val="000000">
                      <a:alpha val="43137"/>
                    </a:srgbClr>
                  </a:outerShdw>
                </a:effectLst>
              </a:rPr>
              <a:t> type</a:t>
            </a:r>
          </a:p>
        </p:txBody>
      </p:sp>
      <p:sp>
        <p:nvSpPr>
          <p:cNvPr id="7" name="Slide Number">
            <a:extLst>
              <a:ext uri="{FF2B5EF4-FFF2-40B4-BE49-F238E27FC236}">
                <a16:creationId xmlns:a16="http://schemas.microsoft.com/office/drawing/2014/main" id="{BBCF5221-BC62-4DE6-9E47-B640523E9C84}"/>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28</a:t>
            </a:fld>
            <a:endParaRPr lang="en-US" noProof="0" dirty="0"/>
          </a:p>
        </p:txBody>
      </p:sp>
    </p:spTree>
    <p:extLst>
      <p:ext uri="{BB962C8B-B14F-4D97-AF65-F5344CB8AC3E}">
        <p14:creationId xmlns:p14="http://schemas.microsoft.com/office/powerpoint/2010/main" val="428356332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9C17BF4-DB19-49F0-88B2-FE1A6C4B904D}"/>
              </a:ext>
            </a:extLst>
          </p:cNvPr>
          <p:cNvSpPr>
            <a:spLocks noGrp="1"/>
          </p:cNvSpPr>
          <p:nvPr>
            <p:ph type="title" sz="quarter" idx="10"/>
          </p:nvPr>
        </p:nvSpPr>
        <p:spPr/>
        <p:txBody>
          <a:bodyPr/>
          <a:lstStyle/>
          <a:p>
            <a:r>
              <a:rPr lang="en-US"/>
              <a:t>Having</a:t>
            </a:r>
          </a:p>
        </p:txBody>
      </p:sp>
      <p:pic>
        <p:nvPicPr>
          <p:cNvPr id="3" name="Picture 2"/>
          <p:cNvPicPr>
            <a:picLocks noChangeAspect="1"/>
          </p:cNvPicPr>
          <p:nvPr/>
        </p:nvPicPr>
        <p:blipFill>
          <a:blip r:embed="rId3">
            <a:extLst>
              <a:ext uri="{BEBA8EAE-BF5A-486C-A8C5-ECC9F3942E4B}">
                <a14:imgProps xmlns:a14="http://schemas.microsoft.com/office/drawing/2010/main">
                  <a14:imgLayer r:embed="rId4">
                    <a14:imgEffect>
                      <a14:brightnessContrast bright="100000" contrast="35000"/>
                    </a14:imgEffect>
                  </a14:imgLayer>
                </a14:imgProps>
              </a:ext>
              <a:ext uri="{28A0092B-C50C-407E-A947-70E740481C1C}">
                <a14:useLocalDpi xmlns:a14="http://schemas.microsoft.com/office/drawing/2010/main" val="0"/>
              </a:ext>
            </a:extLst>
          </a:blip>
          <a:stretch>
            <a:fillRect/>
          </a:stretch>
        </p:blipFill>
        <p:spPr>
          <a:xfrm>
            <a:off x="4633364" y="1257849"/>
            <a:ext cx="2914760" cy="2914760"/>
          </a:xfrm>
          <a:prstGeom prst="rect">
            <a:avLst/>
          </a:prstGeom>
        </p:spPr>
      </p:pic>
      <p:sp>
        <p:nvSpPr>
          <p:cNvPr id="7" name="Subtitle 6">
            <a:extLst>
              <a:ext uri="{FF2B5EF4-FFF2-40B4-BE49-F238E27FC236}">
                <a16:creationId xmlns:a16="http://schemas.microsoft.com/office/drawing/2014/main" id="{657DB623-9555-4246-BBB4-507B8FC5688D}"/>
              </a:ext>
            </a:extLst>
          </p:cNvPr>
          <p:cNvSpPr>
            <a:spLocks noGrp="1"/>
          </p:cNvSpPr>
          <p:nvPr>
            <p:ph type="subTitle" sz="quarter" idx="11"/>
          </p:nvPr>
        </p:nvSpPr>
        <p:spPr/>
        <p:txBody>
          <a:bodyPr/>
          <a:lstStyle/>
          <a:p>
            <a:r>
              <a:rPr lang="en-US"/>
              <a:t>Using Predicates While Grouping</a:t>
            </a:r>
          </a:p>
        </p:txBody>
      </p:sp>
    </p:spTree>
    <p:extLst>
      <p:ext uri="{BB962C8B-B14F-4D97-AF65-F5344CB8AC3E}">
        <p14:creationId xmlns:p14="http://schemas.microsoft.com/office/powerpoint/2010/main" val="1275439437"/>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p:cNvSpPr>
            <a:spLocks noGrp="1"/>
          </p:cNvSpPr>
          <p:nvPr>
            <p:ph idx="10"/>
          </p:nvPr>
        </p:nvSpPr>
        <p:spPr>
          <a:xfrm>
            <a:off x="2086766" y="1302411"/>
            <a:ext cx="9949234" cy="5546589"/>
          </a:xfrm>
        </p:spPr>
        <p:txBody>
          <a:bodyPr/>
          <a:lstStyle/>
          <a:p>
            <a:r>
              <a:rPr lang="en-US" dirty="0"/>
              <a:t>The </a:t>
            </a:r>
            <a:r>
              <a:rPr lang="en-US" b="1" dirty="0">
                <a:solidFill>
                  <a:schemeClr val="bg1"/>
                </a:solidFill>
                <a:latin typeface="Consolas" panose="020B0609020204030204" pitchFamily="49" charset="0"/>
              </a:rPr>
              <a:t>HAVING</a:t>
            </a:r>
            <a:r>
              <a:rPr lang="en-US" b="1" dirty="0">
                <a:solidFill>
                  <a:schemeClr val="bg1"/>
                </a:solidFill>
              </a:rPr>
              <a:t> clause</a:t>
            </a:r>
            <a:r>
              <a:rPr lang="en-US" dirty="0"/>
              <a:t> is used to </a:t>
            </a:r>
            <a:r>
              <a:rPr lang="en-US" b="1" dirty="0">
                <a:solidFill>
                  <a:schemeClr val="bg1"/>
                </a:solidFill>
              </a:rPr>
              <a:t>filter data</a:t>
            </a:r>
            <a:r>
              <a:rPr lang="en-US" dirty="0"/>
              <a:t> based on </a:t>
            </a:r>
            <a:br>
              <a:rPr lang="en-US" dirty="0"/>
            </a:br>
            <a:r>
              <a:rPr lang="en-US" b="1" dirty="0">
                <a:solidFill>
                  <a:schemeClr val="bg1"/>
                </a:solidFill>
              </a:rPr>
              <a:t>aggregate values </a:t>
            </a:r>
          </a:p>
          <a:p>
            <a:pPr lvl="1"/>
            <a:r>
              <a:rPr lang="en-US" dirty="0"/>
              <a:t>We </a:t>
            </a:r>
            <a:r>
              <a:rPr lang="en-US" b="1" dirty="0">
                <a:solidFill>
                  <a:schemeClr val="bg1"/>
                </a:solidFill>
              </a:rPr>
              <a:t>cannot</a:t>
            </a:r>
            <a:r>
              <a:rPr lang="en-US" dirty="0"/>
              <a:t> use it </a:t>
            </a:r>
            <a:r>
              <a:rPr lang="en-US" b="1" dirty="0">
                <a:solidFill>
                  <a:schemeClr val="bg1"/>
                </a:solidFill>
              </a:rPr>
              <a:t>without</a:t>
            </a:r>
            <a:r>
              <a:rPr lang="en-US" dirty="0"/>
              <a:t> </a:t>
            </a:r>
            <a:r>
              <a:rPr lang="en-US" b="1" dirty="0">
                <a:solidFill>
                  <a:schemeClr val="bg1"/>
                </a:solidFill>
              </a:rPr>
              <a:t>grouping</a:t>
            </a:r>
            <a:r>
              <a:rPr lang="en-US" dirty="0"/>
              <a:t> first</a:t>
            </a:r>
          </a:p>
          <a:p>
            <a:pPr>
              <a:buClr>
                <a:schemeClr val="tx1"/>
              </a:buClr>
            </a:pPr>
            <a:r>
              <a:rPr lang="en-US" b="1" dirty="0">
                <a:solidFill>
                  <a:schemeClr val="bg1"/>
                </a:solidFill>
              </a:rPr>
              <a:t>Aggregate functions </a:t>
            </a:r>
            <a:r>
              <a:rPr lang="en-US" dirty="0"/>
              <a:t>(</a:t>
            </a:r>
            <a:r>
              <a:rPr lang="en-US" dirty="0">
                <a:latin typeface="Consolas" panose="020B0609020204030204" pitchFamily="49" charset="0"/>
              </a:rPr>
              <a:t>MIN</a:t>
            </a:r>
            <a:r>
              <a:rPr lang="en-US" dirty="0"/>
              <a:t>, </a:t>
            </a:r>
            <a:r>
              <a:rPr lang="en-US" dirty="0">
                <a:latin typeface="Consolas" panose="020B0609020204030204" pitchFamily="49" charset="0"/>
              </a:rPr>
              <a:t>MAX</a:t>
            </a:r>
            <a:r>
              <a:rPr lang="en-US" dirty="0"/>
              <a:t>, </a:t>
            </a:r>
            <a:r>
              <a:rPr lang="en-US" dirty="0">
                <a:latin typeface="Consolas" panose="020B0609020204030204" pitchFamily="49" charset="0"/>
              </a:rPr>
              <a:t>SUM</a:t>
            </a:r>
            <a:r>
              <a:rPr lang="en-US" dirty="0"/>
              <a:t> etc.) are </a:t>
            </a:r>
            <a:br>
              <a:rPr lang="en-US" dirty="0"/>
            </a:br>
            <a:r>
              <a:rPr lang="en-US" b="1" dirty="0">
                <a:solidFill>
                  <a:schemeClr val="bg1"/>
                </a:solidFill>
              </a:rPr>
              <a:t>executed only once</a:t>
            </a:r>
          </a:p>
          <a:p>
            <a:pPr lvl="1"/>
            <a:r>
              <a:rPr lang="en-US" dirty="0"/>
              <a:t>Unlike </a:t>
            </a:r>
            <a:r>
              <a:rPr lang="en-US" dirty="0">
                <a:latin typeface="Consolas" panose="020B0609020204030204" pitchFamily="49" charset="0"/>
              </a:rPr>
              <a:t>HAVING</a:t>
            </a:r>
            <a:r>
              <a:rPr lang="en-US" dirty="0"/>
              <a:t>, </a:t>
            </a:r>
            <a:r>
              <a:rPr lang="en-US" b="1" dirty="0">
                <a:solidFill>
                  <a:schemeClr val="bg1"/>
                </a:solidFill>
                <a:latin typeface="Consolas" panose="020B0609020204030204" pitchFamily="49" charset="0"/>
              </a:rPr>
              <a:t>WHERE</a:t>
            </a:r>
            <a:r>
              <a:rPr lang="en-US" dirty="0"/>
              <a:t> </a:t>
            </a:r>
            <a:r>
              <a:rPr lang="en-US" b="1" dirty="0">
                <a:solidFill>
                  <a:schemeClr val="bg1"/>
                </a:solidFill>
              </a:rPr>
              <a:t>filters</a:t>
            </a:r>
            <a:r>
              <a:rPr lang="en-US" dirty="0"/>
              <a:t> rows </a:t>
            </a:r>
            <a:br>
              <a:rPr lang="en-US" dirty="0"/>
            </a:br>
            <a:r>
              <a:rPr lang="en-US" b="1" dirty="0">
                <a:solidFill>
                  <a:schemeClr val="bg1"/>
                </a:solidFill>
              </a:rPr>
              <a:t>before aggregation</a:t>
            </a:r>
          </a:p>
        </p:txBody>
      </p:sp>
      <p:sp>
        <p:nvSpPr>
          <p:cNvPr id="465922" name="Rectangle 2"/>
          <p:cNvSpPr>
            <a:spLocks noGrp="1" noChangeArrowheads="1"/>
          </p:cNvSpPr>
          <p:nvPr>
            <p:ph type="title"/>
          </p:nvPr>
        </p:nvSpPr>
        <p:spPr/>
        <p:txBody>
          <a:bodyPr/>
          <a:lstStyle/>
          <a:p>
            <a:r>
              <a:rPr lang="en-US"/>
              <a:t>HAVING </a:t>
            </a:r>
            <a:r>
              <a:rPr lang="en-US" dirty="0"/>
              <a:t>Clause</a:t>
            </a:r>
            <a:endParaRPr lang="bg-BG" dirty="0"/>
          </a:p>
        </p:txBody>
      </p:sp>
      <p:sp>
        <p:nvSpPr>
          <p:cNvPr id="6" name="Slide Number">
            <a:extLst>
              <a:ext uri="{FF2B5EF4-FFF2-40B4-BE49-F238E27FC236}">
                <a16:creationId xmlns:a16="http://schemas.microsoft.com/office/drawing/2014/main" id="{B55CAFCA-E6B8-46FC-94AD-5B1DA30885D2}"/>
              </a:ext>
            </a:extLst>
          </p:cNvPr>
          <p:cNvSpPr txBox="1">
            <a:spLocks/>
          </p:cNvSpPr>
          <p:nvPr/>
        </p:nvSpPr>
        <p:spPr>
          <a:xfrm>
            <a:off x="11753030" y="6507000"/>
            <a:ext cx="367414" cy="297000"/>
          </a:xfrm>
          <a:prstGeom prst="rect">
            <a:avLst/>
          </a:prstGeom>
        </p:spPr>
        <p:txBody>
          <a:bodyPr vert="horz" lIns="91440" tIns="45720" rIns="91440" bIns="45720" rtlCol="0" anchor="b"/>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BF067CD-8E6B-4360-9AA8-C5DF2A48A6D1}" type="slidenum">
              <a:rPr lang="en-US" smtClean="0"/>
              <a:pPr/>
              <a:t>30</a:t>
            </a:fld>
            <a:endParaRPr lang="en-US" dirty="0"/>
          </a:p>
        </p:txBody>
      </p:sp>
    </p:spTree>
    <p:extLst>
      <p:ext uri="{BB962C8B-B14F-4D97-AF65-F5344CB8AC3E}">
        <p14:creationId xmlns:p14="http://schemas.microsoft.com/office/powerpoint/2010/main" val="76602779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p:cNvSpPr>
            <a:spLocks noGrp="1"/>
          </p:cNvSpPr>
          <p:nvPr>
            <p:ph idx="10"/>
          </p:nvPr>
        </p:nvSpPr>
        <p:spPr/>
        <p:txBody>
          <a:bodyPr/>
          <a:lstStyle/>
          <a:p>
            <a:r>
              <a:rPr lang="en-US" dirty="0"/>
              <a:t>Filter departments having</a:t>
            </a:r>
            <a:r>
              <a:rPr lang="en-US" b="1" dirty="0">
                <a:solidFill>
                  <a:schemeClr val="bg1"/>
                </a:solidFill>
              </a:rPr>
              <a:t> </a:t>
            </a:r>
            <a:r>
              <a:rPr lang="en-US" dirty="0"/>
              <a:t>total salary more than or equal </a:t>
            </a:r>
            <a:br>
              <a:rPr lang="en-US" dirty="0"/>
            </a:br>
            <a:r>
              <a:rPr lang="en-US" dirty="0"/>
              <a:t>to 15,000</a:t>
            </a:r>
          </a:p>
        </p:txBody>
      </p:sp>
      <p:sp>
        <p:nvSpPr>
          <p:cNvPr id="465922" name="Rectangle 2"/>
          <p:cNvSpPr>
            <a:spLocks noGrp="1" noChangeArrowheads="1"/>
          </p:cNvSpPr>
          <p:nvPr>
            <p:ph type="title"/>
          </p:nvPr>
        </p:nvSpPr>
        <p:spPr/>
        <p:txBody>
          <a:bodyPr/>
          <a:lstStyle/>
          <a:p>
            <a:r>
              <a:rPr lang="en-US"/>
              <a:t>HAVING Clause: Example</a:t>
            </a:r>
            <a:endParaRPr lang="bg-BG" dirty="0"/>
          </a:p>
        </p:txBody>
      </p:sp>
      <p:graphicFrame>
        <p:nvGraphicFramePr>
          <p:cNvPr id="6" name="Table 5"/>
          <p:cNvGraphicFramePr>
            <a:graphicFrameLocks noGrp="1"/>
          </p:cNvGraphicFramePr>
          <p:nvPr>
            <p:extLst>
              <p:ext uri="{D42A27DB-BD31-4B8C-83A1-F6EECF244321}">
                <p14:modId xmlns:p14="http://schemas.microsoft.com/office/powerpoint/2010/main" val="4109228921"/>
              </p:ext>
            </p:extLst>
          </p:nvPr>
        </p:nvGraphicFramePr>
        <p:xfrm>
          <a:off x="7719555" y="3774443"/>
          <a:ext cx="4147186" cy="1371600"/>
        </p:xfrm>
        <a:graphic>
          <a:graphicData uri="http://schemas.openxmlformats.org/drawingml/2006/table">
            <a:tbl>
              <a:tblPr firstRow="1" bandRow="1">
                <a:tableStyleId>{912C8C85-51F0-491E-9774-3900AFEF0FD7}</a:tableStyleId>
              </a:tblPr>
              <a:tblGrid>
                <a:gridCol w="2546985">
                  <a:extLst>
                    <a:ext uri="{9D8B030D-6E8A-4147-A177-3AD203B41FA5}">
                      <a16:colId xmlns:a16="http://schemas.microsoft.com/office/drawing/2014/main" val="1444822382"/>
                    </a:ext>
                  </a:extLst>
                </a:gridCol>
                <a:gridCol w="1600201">
                  <a:extLst>
                    <a:ext uri="{9D8B030D-6E8A-4147-A177-3AD203B41FA5}">
                      <a16:colId xmlns:a16="http://schemas.microsoft.com/office/drawing/2014/main" val="1109817519"/>
                    </a:ext>
                  </a:extLst>
                </a:gridCol>
              </a:tblGrid>
              <a:tr h="457200">
                <a:tc>
                  <a:txBody>
                    <a:bodyPr/>
                    <a:lstStyle/>
                    <a:p>
                      <a:r>
                        <a:rPr lang="en-US" dirty="0">
                          <a:solidFill>
                            <a:schemeClr val="tx1"/>
                          </a:solidFill>
                          <a:effectLst/>
                        </a:rPr>
                        <a:t>DepartmentName</a:t>
                      </a:r>
                    </a:p>
                  </a:txBody>
                  <a:tcPr/>
                </a:tc>
                <a:tc>
                  <a:txBody>
                    <a:bodyPr/>
                    <a:lstStyle/>
                    <a:p>
                      <a:r>
                        <a:rPr lang="en-US" dirty="0">
                          <a:solidFill>
                            <a:schemeClr val="tx1"/>
                          </a:solidFill>
                          <a:effectLst/>
                        </a:rPr>
                        <a:t>TotalSalary</a:t>
                      </a:r>
                    </a:p>
                  </a:txBody>
                  <a:tcPr/>
                </a:tc>
                <a:extLst>
                  <a:ext uri="{0D108BD9-81ED-4DB2-BD59-A6C34878D82A}">
                    <a16:rowId xmlns:a16="http://schemas.microsoft.com/office/drawing/2014/main" val="3449101239"/>
                  </a:ext>
                </a:extLst>
              </a:tr>
              <a:tr h="457200">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effectLst/>
                        </a:rPr>
                        <a:t>Database Support</a:t>
                      </a:r>
                      <a:endParaRPr lang="en-US" dirty="0">
                        <a:solidFill>
                          <a:schemeClr val="tx1"/>
                        </a:solidFill>
                        <a:effectLst/>
                      </a:endParaRPr>
                    </a:p>
                  </a:txBody>
                  <a:tcPr/>
                </a:tc>
                <a:tc>
                  <a:txBody>
                    <a:bodyPr/>
                    <a:lstStyle/>
                    <a:p>
                      <a:r>
                        <a:rPr lang="en-US" dirty="0">
                          <a:effectLst/>
                        </a:rPr>
                        <a:t>20,000</a:t>
                      </a:r>
                      <a:endParaRPr lang="en-US" dirty="0">
                        <a:solidFill>
                          <a:schemeClr val="tx1"/>
                        </a:solidFill>
                        <a:effectLst/>
                      </a:endParaRPr>
                    </a:p>
                  </a:txBody>
                  <a:tcPr/>
                </a:tc>
                <a:extLst>
                  <a:ext uri="{0D108BD9-81ED-4DB2-BD59-A6C34878D82A}">
                    <a16:rowId xmlns:a16="http://schemas.microsoft.com/office/drawing/2014/main" val="2908875595"/>
                  </a:ext>
                </a:extLst>
              </a:tr>
              <a:tr h="457200">
                <a:tc>
                  <a:txBody>
                    <a:bodyPr/>
                    <a:lstStyle/>
                    <a:p>
                      <a:r>
                        <a:rPr lang="en-US" dirty="0">
                          <a:effectLst/>
                        </a:rPr>
                        <a:t>Software Support</a:t>
                      </a:r>
                      <a:endParaRPr lang="en-US" dirty="0">
                        <a:solidFill>
                          <a:schemeClr val="tx1"/>
                        </a:solidFill>
                        <a:effectLst/>
                      </a:endParaRPr>
                    </a:p>
                  </a:txBody>
                  <a:tcPr/>
                </a:tc>
                <a:tc>
                  <a:txBody>
                    <a:bodyPr/>
                    <a:lstStyle/>
                    <a:p>
                      <a:r>
                        <a:rPr lang="en-US" dirty="0">
                          <a:effectLst/>
                        </a:rPr>
                        <a:t>15,000</a:t>
                      </a:r>
                      <a:endParaRPr lang="en-US" dirty="0">
                        <a:solidFill>
                          <a:schemeClr val="tx1"/>
                        </a:solidFill>
                        <a:effectLst/>
                      </a:endParaRPr>
                    </a:p>
                  </a:txBody>
                  <a:tcPr/>
                </a:tc>
                <a:extLst>
                  <a:ext uri="{0D108BD9-81ED-4DB2-BD59-A6C34878D82A}">
                    <a16:rowId xmlns:a16="http://schemas.microsoft.com/office/drawing/2014/main" val="3347448364"/>
                  </a:ext>
                </a:extLst>
              </a:tr>
            </a:tbl>
          </a:graphicData>
        </a:graphic>
      </p:graphicFrame>
      <p:graphicFrame>
        <p:nvGraphicFramePr>
          <p:cNvPr id="4" name="Table 3"/>
          <p:cNvGraphicFramePr>
            <a:graphicFrameLocks noGrp="1"/>
          </p:cNvGraphicFramePr>
          <p:nvPr/>
        </p:nvGraphicFramePr>
        <p:xfrm>
          <a:off x="380999" y="2743200"/>
          <a:ext cx="5300536" cy="3200400"/>
        </p:xfrm>
        <a:graphic>
          <a:graphicData uri="http://schemas.openxmlformats.org/drawingml/2006/table">
            <a:tbl>
              <a:tblPr firstRow="1" bandRow="1">
                <a:tableStyleId>{912C8C85-51F0-491E-9774-3900AFEF0FD7}</a:tableStyleId>
              </a:tblPr>
              <a:tblGrid>
                <a:gridCol w="1496886">
                  <a:extLst>
                    <a:ext uri="{9D8B030D-6E8A-4147-A177-3AD203B41FA5}">
                      <a16:colId xmlns:a16="http://schemas.microsoft.com/office/drawing/2014/main" val="3180040124"/>
                    </a:ext>
                  </a:extLst>
                </a:gridCol>
                <a:gridCol w="2706370">
                  <a:extLst>
                    <a:ext uri="{9D8B030D-6E8A-4147-A177-3AD203B41FA5}">
                      <a16:colId xmlns:a16="http://schemas.microsoft.com/office/drawing/2014/main" val="3141524875"/>
                    </a:ext>
                  </a:extLst>
                </a:gridCol>
                <a:gridCol w="1097280">
                  <a:extLst>
                    <a:ext uri="{9D8B030D-6E8A-4147-A177-3AD203B41FA5}">
                      <a16:colId xmlns:a16="http://schemas.microsoft.com/office/drawing/2014/main" val="1915661299"/>
                    </a:ext>
                  </a:extLst>
                </a:gridCol>
              </a:tblGrid>
              <a:tr h="457200">
                <a:tc>
                  <a:txBody>
                    <a:bodyPr/>
                    <a:lstStyle/>
                    <a:p>
                      <a:r>
                        <a:rPr lang="en-US" dirty="0">
                          <a:solidFill>
                            <a:schemeClr val="tx1"/>
                          </a:solidFill>
                          <a:effectLst/>
                        </a:rPr>
                        <a:t>Employee</a:t>
                      </a:r>
                    </a:p>
                  </a:txBody>
                  <a:tcPr/>
                </a:tc>
                <a:tc>
                  <a:txBody>
                    <a:bodyPr/>
                    <a:lstStyle/>
                    <a:p>
                      <a:r>
                        <a:rPr lang="en-US" dirty="0">
                          <a:solidFill>
                            <a:schemeClr val="tx1"/>
                          </a:solidFill>
                          <a:effectLst/>
                        </a:rPr>
                        <a:t>DepartmentName</a:t>
                      </a:r>
                    </a:p>
                  </a:txBody>
                  <a:tcPr/>
                </a:tc>
                <a:tc>
                  <a:txBody>
                    <a:bodyPr/>
                    <a:lstStyle/>
                    <a:p>
                      <a:r>
                        <a:rPr lang="en-US" dirty="0">
                          <a:solidFill>
                            <a:schemeClr val="tx1"/>
                          </a:solidFill>
                          <a:effectLst/>
                        </a:rPr>
                        <a:t>Salary</a:t>
                      </a:r>
                    </a:p>
                  </a:txBody>
                  <a:tcPr/>
                </a:tc>
                <a:extLst>
                  <a:ext uri="{0D108BD9-81ED-4DB2-BD59-A6C34878D82A}">
                    <a16:rowId xmlns:a16="http://schemas.microsoft.com/office/drawing/2014/main" val="247495740"/>
                  </a:ext>
                </a:extLst>
              </a:tr>
              <a:tr h="457200">
                <a:tc>
                  <a:txBody>
                    <a:bodyPr/>
                    <a:lstStyle/>
                    <a:p>
                      <a:r>
                        <a:rPr lang="en-US" dirty="0">
                          <a:effectLst/>
                        </a:rPr>
                        <a:t>Adam</a:t>
                      </a:r>
                      <a:endParaRPr lang="en-US" dirty="0">
                        <a:solidFill>
                          <a:schemeClr val="tx1"/>
                        </a:solidFill>
                        <a:effectLst/>
                      </a:endParaRPr>
                    </a:p>
                  </a:txBody>
                  <a:tcPr/>
                </a:tc>
                <a:tc>
                  <a:txBody>
                    <a:bodyPr/>
                    <a:lstStyle/>
                    <a:p>
                      <a:r>
                        <a:rPr lang="en-US" dirty="0">
                          <a:effectLst/>
                        </a:rPr>
                        <a:t>Database Support</a:t>
                      </a:r>
                      <a:endParaRPr lang="en-US" dirty="0">
                        <a:solidFill>
                          <a:schemeClr val="tx1"/>
                        </a:solidFill>
                        <a:effectLst/>
                      </a:endParaRPr>
                    </a:p>
                  </a:txBody>
                  <a:tcPr>
                    <a:solidFill>
                      <a:schemeClr val="accent2">
                        <a:lumMod val="20000"/>
                        <a:lumOff val="80000"/>
                      </a:schemeClr>
                    </a:solidFill>
                  </a:tcPr>
                </a:tc>
                <a:tc>
                  <a:txBody>
                    <a:bodyPr/>
                    <a:lstStyle/>
                    <a:p>
                      <a:r>
                        <a:rPr lang="en-US" dirty="0">
                          <a:effectLst/>
                        </a:rPr>
                        <a:t>5,000</a:t>
                      </a:r>
                      <a:endParaRPr lang="en-US" dirty="0">
                        <a:solidFill>
                          <a:schemeClr val="tx1"/>
                        </a:solidFill>
                        <a:effectLst/>
                      </a:endParaRPr>
                    </a:p>
                  </a:txBody>
                  <a:tcPr/>
                </a:tc>
                <a:extLst>
                  <a:ext uri="{0D108BD9-81ED-4DB2-BD59-A6C34878D82A}">
                    <a16:rowId xmlns:a16="http://schemas.microsoft.com/office/drawing/2014/main" val="3609066432"/>
                  </a:ext>
                </a:extLst>
              </a:tr>
              <a:tr h="457200">
                <a:tc>
                  <a:txBody>
                    <a:bodyPr/>
                    <a:lstStyle/>
                    <a:p>
                      <a:r>
                        <a:rPr lang="en-US" dirty="0">
                          <a:effectLst/>
                        </a:rPr>
                        <a:t>John</a:t>
                      </a:r>
                      <a:endParaRPr lang="en-US" dirty="0">
                        <a:solidFill>
                          <a:schemeClr val="tx1"/>
                        </a:solidFill>
                        <a:effectLst/>
                      </a:endParaRPr>
                    </a:p>
                  </a:txBody>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effectLst/>
                        </a:rPr>
                        <a:t>Database Support</a:t>
                      </a:r>
                      <a:endParaRPr lang="en-US" dirty="0">
                        <a:solidFill>
                          <a:schemeClr val="tx1"/>
                        </a:solidFill>
                        <a:effectLst/>
                      </a:endParaRPr>
                    </a:p>
                  </a:txBody>
                  <a:tcPr>
                    <a:solidFill>
                      <a:schemeClr val="accent2">
                        <a:lumMod val="20000"/>
                        <a:lumOff val="80000"/>
                      </a:schemeClr>
                    </a:solidFill>
                  </a:tcPr>
                </a:tc>
                <a:tc>
                  <a:txBody>
                    <a:bodyPr/>
                    <a:lstStyle/>
                    <a:p>
                      <a:r>
                        <a:rPr lang="en-US" dirty="0">
                          <a:effectLst/>
                        </a:rPr>
                        <a:t>15,000</a:t>
                      </a:r>
                      <a:endParaRPr lang="en-US" dirty="0">
                        <a:solidFill>
                          <a:schemeClr val="tx1"/>
                        </a:solidFill>
                        <a:effectLst/>
                      </a:endParaRPr>
                    </a:p>
                  </a:txBody>
                  <a:tcPr/>
                </a:tc>
                <a:extLst>
                  <a:ext uri="{0D108BD9-81ED-4DB2-BD59-A6C34878D82A}">
                    <a16:rowId xmlns:a16="http://schemas.microsoft.com/office/drawing/2014/main" val="1287682195"/>
                  </a:ext>
                </a:extLst>
              </a:tr>
              <a:tr h="457200">
                <a:tc>
                  <a:txBody>
                    <a:bodyPr/>
                    <a:lstStyle/>
                    <a:p>
                      <a:r>
                        <a:rPr lang="en-US" dirty="0">
                          <a:effectLst/>
                        </a:rPr>
                        <a:t>Jane</a:t>
                      </a:r>
                      <a:endParaRPr lang="en-US" dirty="0">
                        <a:solidFill>
                          <a:schemeClr val="tx1"/>
                        </a:solidFill>
                        <a:effectLst/>
                      </a:endParaRPr>
                    </a:p>
                  </a:txBody>
                  <a:tcPr/>
                </a:tc>
                <a:tc>
                  <a:txBody>
                    <a:bodyPr/>
                    <a:lstStyle/>
                    <a:p>
                      <a:r>
                        <a:rPr lang="en-US" dirty="0">
                          <a:effectLst/>
                        </a:rPr>
                        <a:t>Application Support</a:t>
                      </a:r>
                      <a:endParaRPr lang="en-US" dirty="0">
                        <a:solidFill>
                          <a:schemeClr val="tx1"/>
                        </a:solidFill>
                        <a:effectLst/>
                      </a:endParaRPr>
                    </a:p>
                  </a:txBody>
                  <a:tcPr>
                    <a:solidFill>
                      <a:schemeClr val="tx1">
                        <a:lumMod val="20000"/>
                        <a:lumOff val="80000"/>
                      </a:schemeClr>
                    </a:solidFill>
                  </a:tcPr>
                </a:tc>
                <a:tc>
                  <a:txBody>
                    <a:bodyPr/>
                    <a:lstStyle/>
                    <a:p>
                      <a:r>
                        <a:rPr lang="en-US" dirty="0">
                          <a:effectLst/>
                        </a:rPr>
                        <a:t>1,000</a:t>
                      </a:r>
                      <a:endParaRPr lang="en-US" dirty="0">
                        <a:solidFill>
                          <a:schemeClr val="tx1"/>
                        </a:solidFill>
                        <a:effectLst/>
                      </a:endParaRPr>
                    </a:p>
                  </a:txBody>
                  <a:tcPr/>
                </a:tc>
                <a:extLst>
                  <a:ext uri="{0D108BD9-81ED-4DB2-BD59-A6C34878D82A}">
                    <a16:rowId xmlns:a16="http://schemas.microsoft.com/office/drawing/2014/main" val="1053813033"/>
                  </a:ext>
                </a:extLst>
              </a:tr>
              <a:tr h="457200">
                <a:tc>
                  <a:txBody>
                    <a:bodyPr/>
                    <a:lstStyle/>
                    <a:p>
                      <a:r>
                        <a:rPr lang="en-US" dirty="0">
                          <a:effectLst/>
                        </a:rPr>
                        <a:t>George</a:t>
                      </a:r>
                      <a:endParaRPr lang="en-US" dirty="0">
                        <a:solidFill>
                          <a:schemeClr val="tx1"/>
                        </a:solidFill>
                        <a:effectLst/>
                      </a:endParaRPr>
                    </a:p>
                  </a:txBody>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effectLst/>
                        </a:rPr>
                        <a:t>Application Support</a:t>
                      </a:r>
                      <a:endParaRPr lang="en-US" dirty="0">
                        <a:solidFill>
                          <a:schemeClr val="tx1"/>
                        </a:solidFill>
                        <a:effectLst/>
                      </a:endParaRPr>
                    </a:p>
                  </a:txBody>
                  <a:tcPr>
                    <a:solidFill>
                      <a:schemeClr val="tx1">
                        <a:lumMod val="20000"/>
                        <a:lumOff val="80000"/>
                      </a:schemeClr>
                    </a:solidFill>
                  </a:tcPr>
                </a:tc>
                <a:tc>
                  <a:txBody>
                    <a:bodyPr/>
                    <a:lstStyle/>
                    <a:p>
                      <a:r>
                        <a:rPr lang="en-US" dirty="0">
                          <a:effectLst/>
                        </a:rPr>
                        <a:t>5,000</a:t>
                      </a:r>
                      <a:endParaRPr lang="en-US" dirty="0">
                        <a:solidFill>
                          <a:schemeClr val="tx1"/>
                        </a:solidFill>
                        <a:effectLst/>
                      </a:endParaRPr>
                    </a:p>
                  </a:txBody>
                  <a:tcPr/>
                </a:tc>
                <a:extLst>
                  <a:ext uri="{0D108BD9-81ED-4DB2-BD59-A6C34878D82A}">
                    <a16:rowId xmlns:a16="http://schemas.microsoft.com/office/drawing/2014/main" val="2640231826"/>
                  </a:ext>
                </a:extLst>
              </a:tr>
              <a:tr h="457200">
                <a:tc>
                  <a:txBody>
                    <a:bodyPr/>
                    <a:lstStyle/>
                    <a:p>
                      <a:r>
                        <a:rPr lang="en-US" dirty="0">
                          <a:effectLst/>
                        </a:rPr>
                        <a:t>Lila</a:t>
                      </a:r>
                      <a:endParaRPr lang="en-US" dirty="0">
                        <a:solidFill>
                          <a:schemeClr val="tx1"/>
                        </a:solidFill>
                        <a:effectLst/>
                      </a:endParaRPr>
                    </a:p>
                  </a:txBody>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effectLst/>
                        </a:rPr>
                        <a:t>Application Support</a:t>
                      </a:r>
                      <a:endParaRPr lang="en-US" dirty="0">
                        <a:solidFill>
                          <a:schemeClr val="tx1"/>
                        </a:solidFill>
                        <a:effectLst/>
                      </a:endParaRPr>
                    </a:p>
                  </a:txBody>
                  <a:tcPr>
                    <a:solidFill>
                      <a:schemeClr val="tx1">
                        <a:lumMod val="20000"/>
                        <a:lumOff val="80000"/>
                      </a:schemeClr>
                    </a:solidFill>
                  </a:tcPr>
                </a:tc>
                <a:tc>
                  <a:txBody>
                    <a:bodyPr/>
                    <a:lstStyle/>
                    <a:p>
                      <a:r>
                        <a:rPr lang="en-US" dirty="0">
                          <a:effectLst/>
                        </a:rPr>
                        <a:t>5,000</a:t>
                      </a:r>
                      <a:endParaRPr lang="en-US" dirty="0">
                        <a:solidFill>
                          <a:schemeClr val="tx1"/>
                        </a:solidFill>
                        <a:effectLst/>
                      </a:endParaRPr>
                    </a:p>
                  </a:txBody>
                  <a:tcPr/>
                </a:tc>
                <a:extLst>
                  <a:ext uri="{0D108BD9-81ED-4DB2-BD59-A6C34878D82A}">
                    <a16:rowId xmlns:a16="http://schemas.microsoft.com/office/drawing/2014/main" val="1267294716"/>
                  </a:ext>
                </a:extLst>
              </a:tr>
              <a:tr h="457200">
                <a:tc>
                  <a:txBody>
                    <a:bodyPr/>
                    <a:lstStyle/>
                    <a:p>
                      <a:r>
                        <a:rPr lang="en-US" dirty="0">
                          <a:effectLst/>
                        </a:rPr>
                        <a:t>Fred</a:t>
                      </a:r>
                      <a:endParaRPr lang="en-US" dirty="0">
                        <a:solidFill>
                          <a:schemeClr val="tx1"/>
                        </a:solidFill>
                        <a:effectLst/>
                      </a:endParaRPr>
                    </a:p>
                  </a:txBody>
                  <a:tcPr/>
                </a:tc>
                <a:tc>
                  <a:txBody>
                    <a:bodyPr/>
                    <a:lstStyle/>
                    <a:p>
                      <a:pPr marL="0" marR="0" indent="0" algn="l" defTabSz="1218987" rtl="0" eaLnBrk="1" fontAlgn="auto" latinLnBrk="0" hangingPunct="1">
                        <a:lnSpc>
                          <a:spcPct val="100000"/>
                        </a:lnSpc>
                        <a:spcBef>
                          <a:spcPts val="0"/>
                        </a:spcBef>
                        <a:spcAft>
                          <a:spcPts val="0"/>
                        </a:spcAft>
                        <a:buClrTx/>
                        <a:buSzTx/>
                        <a:buFontTx/>
                        <a:buNone/>
                        <a:tabLst/>
                        <a:defRPr/>
                      </a:pPr>
                      <a:r>
                        <a:rPr lang="en-US" dirty="0">
                          <a:effectLst/>
                        </a:rPr>
                        <a:t>Software Support</a:t>
                      </a:r>
                      <a:endParaRPr lang="en-US" dirty="0">
                        <a:solidFill>
                          <a:schemeClr val="tx1"/>
                        </a:solidFill>
                        <a:effectLst/>
                      </a:endParaRPr>
                    </a:p>
                  </a:txBody>
                  <a:tcPr>
                    <a:solidFill>
                      <a:schemeClr val="bg1">
                        <a:lumMod val="20000"/>
                        <a:lumOff val="80000"/>
                      </a:schemeClr>
                    </a:solidFill>
                  </a:tcPr>
                </a:tc>
                <a:tc>
                  <a:txBody>
                    <a:bodyPr/>
                    <a:lstStyle/>
                    <a:p>
                      <a:r>
                        <a:rPr lang="en-US" dirty="0">
                          <a:effectLst/>
                        </a:rPr>
                        <a:t>15,000</a:t>
                      </a:r>
                      <a:endParaRPr lang="en-US" dirty="0">
                        <a:solidFill>
                          <a:schemeClr val="tx1"/>
                        </a:solidFill>
                        <a:effectLst/>
                      </a:endParaRPr>
                    </a:p>
                  </a:txBody>
                  <a:tcPr/>
                </a:tc>
                <a:extLst>
                  <a:ext uri="{0D108BD9-81ED-4DB2-BD59-A6C34878D82A}">
                    <a16:rowId xmlns:a16="http://schemas.microsoft.com/office/drawing/2014/main" val="934848964"/>
                  </a:ext>
                </a:extLst>
              </a:tr>
            </a:tbl>
          </a:graphicData>
        </a:graphic>
      </p:graphicFrame>
      <p:graphicFrame>
        <p:nvGraphicFramePr>
          <p:cNvPr id="8" name="Table 7"/>
          <p:cNvGraphicFramePr>
            <a:graphicFrameLocks noGrp="1"/>
          </p:cNvGraphicFramePr>
          <p:nvPr/>
        </p:nvGraphicFramePr>
        <p:xfrm>
          <a:off x="5681535" y="2743200"/>
          <a:ext cx="1616138" cy="3200400"/>
        </p:xfrm>
        <a:graphic>
          <a:graphicData uri="http://schemas.openxmlformats.org/drawingml/2006/table">
            <a:tbl>
              <a:tblPr firstRow="1" bandRow="1">
                <a:tableStyleId>{912C8C85-51F0-491E-9774-3900AFEF0FD7}</a:tableStyleId>
              </a:tblPr>
              <a:tblGrid>
                <a:gridCol w="1616138">
                  <a:extLst>
                    <a:ext uri="{9D8B030D-6E8A-4147-A177-3AD203B41FA5}">
                      <a16:colId xmlns:a16="http://schemas.microsoft.com/office/drawing/2014/main" val="2274113953"/>
                    </a:ext>
                  </a:extLst>
                </a:gridCol>
              </a:tblGrid>
              <a:tr h="457200">
                <a:tc>
                  <a:txBody>
                    <a:bodyPr/>
                    <a:lstStyle/>
                    <a:p>
                      <a:r>
                        <a:rPr lang="en-US" strike="noStrike" noProof="1">
                          <a:solidFill>
                            <a:schemeClr val="tx1"/>
                          </a:solidFill>
                          <a:effectLst/>
                        </a:rPr>
                        <a:t>TotalSalary</a:t>
                      </a:r>
                    </a:p>
                  </a:txBody>
                  <a:tcPr/>
                </a:tc>
                <a:extLst>
                  <a:ext uri="{0D108BD9-81ED-4DB2-BD59-A6C34878D82A}">
                    <a16:rowId xmlns:a16="http://schemas.microsoft.com/office/drawing/2014/main" val="247495740"/>
                  </a:ext>
                </a:extLst>
              </a:tr>
              <a:tr h="914400">
                <a:tc>
                  <a:txBody>
                    <a:bodyPr/>
                    <a:lstStyle/>
                    <a:p>
                      <a:r>
                        <a:rPr lang="en-US" strike="noStrike" dirty="0">
                          <a:effectLst/>
                        </a:rPr>
                        <a:t>20,000</a:t>
                      </a:r>
                      <a:endParaRPr lang="en-US" strike="noStrike" dirty="0">
                        <a:solidFill>
                          <a:schemeClr val="tx1"/>
                        </a:solidFill>
                        <a:effectLst/>
                      </a:endParaRPr>
                    </a:p>
                  </a:txBody>
                  <a:tcPr anchor="ctr"/>
                </a:tc>
                <a:extLst>
                  <a:ext uri="{0D108BD9-81ED-4DB2-BD59-A6C34878D82A}">
                    <a16:rowId xmlns:a16="http://schemas.microsoft.com/office/drawing/2014/main" val="3609066432"/>
                  </a:ext>
                </a:extLst>
              </a:tr>
              <a:tr h="1371600">
                <a:tc>
                  <a:txBody>
                    <a:bodyPr/>
                    <a:lstStyle/>
                    <a:p>
                      <a:r>
                        <a:rPr lang="en-US" strike="noStrike" dirty="0">
                          <a:effectLst/>
                        </a:rPr>
                        <a:t>11,000</a:t>
                      </a:r>
                      <a:endParaRPr lang="en-US" strike="noStrike" dirty="0">
                        <a:solidFill>
                          <a:schemeClr val="tx1"/>
                        </a:solidFill>
                        <a:effectLst/>
                      </a:endParaRPr>
                    </a:p>
                  </a:txBody>
                  <a:tcPr anchor="ctr"/>
                </a:tc>
                <a:extLst>
                  <a:ext uri="{0D108BD9-81ED-4DB2-BD59-A6C34878D82A}">
                    <a16:rowId xmlns:a16="http://schemas.microsoft.com/office/drawing/2014/main" val="1053813033"/>
                  </a:ext>
                </a:extLst>
              </a:tr>
              <a:tr h="457200">
                <a:tc>
                  <a:txBody>
                    <a:bodyPr/>
                    <a:lstStyle/>
                    <a:p>
                      <a:r>
                        <a:rPr lang="en-US" strike="noStrike" dirty="0">
                          <a:effectLst/>
                        </a:rPr>
                        <a:t>15,000</a:t>
                      </a:r>
                      <a:endParaRPr lang="en-US" strike="noStrike" dirty="0">
                        <a:solidFill>
                          <a:schemeClr val="tx1"/>
                        </a:solidFill>
                        <a:effectLst/>
                      </a:endParaRPr>
                    </a:p>
                  </a:txBody>
                  <a:tcPr/>
                </a:tc>
                <a:extLst>
                  <a:ext uri="{0D108BD9-81ED-4DB2-BD59-A6C34878D82A}">
                    <a16:rowId xmlns:a16="http://schemas.microsoft.com/office/drawing/2014/main" val="934848964"/>
                  </a:ext>
                </a:extLst>
              </a:tr>
            </a:tbl>
          </a:graphicData>
        </a:graphic>
      </p:graphicFrame>
      <p:sp>
        <p:nvSpPr>
          <p:cNvPr id="7" name="AutoShape 7"/>
          <p:cNvSpPr>
            <a:spLocks noChangeArrowheads="1"/>
          </p:cNvSpPr>
          <p:nvPr/>
        </p:nvSpPr>
        <p:spPr bwMode="auto">
          <a:xfrm>
            <a:off x="7083669" y="1983599"/>
            <a:ext cx="2882153" cy="564771"/>
          </a:xfrm>
          <a:prstGeom prst="wedgeRoundRectCallout">
            <a:avLst>
              <a:gd name="adj1" fmla="val -57390"/>
              <a:gd name="adj2" fmla="val 46198"/>
              <a:gd name="adj3" fmla="val 16667"/>
            </a:avLst>
          </a:prstGeom>
          <a:solidFill>
            <a:schemeClr val="tx1">
              <a:alpha val="80000"/>
            </a:schemeClr>
          </a:solidFill>
          <a:ln w="19050">
            <a:solidFill>
              <a:schemeClr val="tx1">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b="1" noProof="1">
                <a:solidFill>
                  <a:srgbClr val="FFFFFF"/>
                </a:solidFill>
                <a:effectLst>
                  <a:outerShdw blurRad="38100" dist="38100" dir="2700000" algn="tl">
                    <a:srgbClr val="000000">
                      <a:alpha val="43137"/>
                    </a:srgbClr>
                  </a:outerShdw>
                </a:effectLst>
              </a:rPr>
              <a:t>Aggregated value</a:t>
            </a:r>
          </a:p>
        </p:txBody>
      </p:sp>
      <p:sp>
        <p:nvSpPr>
          <p:cNvPr id="17" name="Right Arrow 15"/>
          <p:cNvSpPr/>
          <p:nvPr/>
        </p:nvSpPr>
        <p:spPr>
          <a:xfrm rot="1884745">
            <a:off x="7323245" y="3639130"/>
            <a:ext cx="269606" cy="373330"/>
          </a:xfrm>
          <a:prstGeom prst="rightArrow">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9" name="Right Arrow 18"/>
          <p:cNvSpPr/>
          <p:nvPr/>
        </p:nvSpPr>
        <p:spPr>
          <a:xfrm rot="19680784">
            <a:off x="7374055" y="5047830"/>
            <a:ext cx="266878" cy="373330"/>
          </a:xfrm>
          <a:prstGeom prst="rightArrow">
            <a:avLst/>
          </a:prstGeom>
          <a:solidFill>
            <a:schemeClr val="bg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2" name="Slide Number">
            <a:extLst>
              <a:ext uri="{FF2B5EF4-FFF2-40B4-BE49-F238E27FC236}">
                <a16:creationId xmlns:a16="http://schemas.microsoft.com/office/drawing/2014/main" id="{22DDD9AE-28C7-48DD-9280-64448844B4C8}"/>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31</a:t>
            </a:fld>
            <a:endParaRPr lang="en-US" noProof="0" dirty="0"/>
          </a:p>
        </p:txBody>
      </p:sp>
    </p:spTree>
    <p:extLst>
      <p:ext uri="{BB962C8B-B14F-4D97-AF65-F5344CB8AC3E}">
        <p14:creationId xmlns:p14="http://schemas.microsoft.com/office/powerpoint/2010/main" val="175936007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7" grpId="0" animBg="1"/>
      <p:bldP spid="1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a:spLocks noChangeArrowheads="1"/>
          </p:cNvSpPr>
          <p:nvPr/>
        </p:nvSpPr>
        <p:spPr bwMode="auto">
          <a:xfrm>
            <a:off x="838201" y="2579224"/>
            <a:ext cx="10556817" cy="2653932"/>
          </a:xfrm>
          <a:prstGeom prst="rect">
            <a:avLst/>
          </a:prstGeom>
          <a:solidFill>
            <a:schemeClr val="accent5">
              <a:lumMod val="40000"/>
              <a:lumOff val="60000"/>
              <a:alpha val="20000"/>
            </a:schemeClr>
          </a:solidFill>
          <a:ln w="12700">
            <a:solidFill>
              <a:schemeClr val="accent5">
                <a:lumMod val="60000"/>
                <a:lumOff val="40000"/>
              </a:schemeClr>
            </a:solidFill>
          </a:ln>
        </p:spPr>
        <p:txBody>
          <a:bodyPr wrap="square">
            <a:spAutoFit/>
          </a:bodyPr>
          <a:lstStyle/>
          <a:p>
            <a:pPr>
              <a:lnSpc>
                <a:spcPct val="105000"/>
              </a:lnSpc>
            </a:pPr>
            <a:r>
              <a:rPr lang="en-US" sz="3200" b="1" noProof="1">
                <a:latin typeface="Consolas" pitchFamily="49" charset="0"/>
                <a:cs typeface="Consolas" pitchFamily="49" charset="0"/>
              </a:rPr>
              <a:t>  SELECT e.DepartmentID,</a:t>
            </a:r>
            <a:br>
              <a:rPr lang="en-US" sz="3200" b="1" noProof="1">
                <a:latin typeface="Consolas" pitchFamily="49" charset="0"/>
                <a:cs typeface="Consolas" pitchFamily="49" charset="0"/>
              </a:rPr>
            </a:br>
            <a:r>
              <a:rPr lang="en-US" sz="3200" b="1" noProof="1">
                <a:latin typeface="Consolas" pitchFamily="49" charset="0"/>
                <a:cs typeface="Consolas" pitchFamily="49" charset="0"/>
              </a:rPr>
              <a:t>         </a:t>
            </a:r>
            <a:r>
              <a:rPr lang="en-US" sz="3200" b="1" noProof="1">
                <a:solidFill>
                  <a:schemeClr val="bg1"/>
                </a:solidFill>
                <a:latin typeface="Consolas" pitchFamily="49" charset="0"/>
                <a:cs typeface="Consolas" pitchFamily="49" charset="0"/>
              </a:rPr>
              <a:t>SUM</a:t>
            </a:r>
            <a:r>
              <a:rPr lang="en-US" sz="3200" b="1" noProof="1">
                <a:latin typeface="Consolas" pitchFamily="49" charset="0"/>
                <a:cs typeface="Consolas" pitchFamily="49" charset="0"/>
              </a:rPr>
              <a:t>(</a:t>
            </a:r>
            <a:r>
              <a:rPr lang="en-US" sz="3200" b="1" noProof="1">
                <a:solidFill>
                  <a:schemeClr val="bg1"/>
                </a:solidFill>
                <a:latin typeface="Consolas" pitchFamily="49" charset="0"/>
                <a:cs typeface="Consolas" pitchFamily="49" charset="0"/>
              </a:rPr>
              <a:t>e.Salary</a:t>
            </a:r>
            <a:r>
              <a:rPr lang="en-US" sz="3200" b="1" noProof="1">
                <a:latin typeface="Consolas" pitchFamily="49" charset="0"/>
                <a:cs typeface="Consolas" pitchFamily="49" charset="0"/>
              </a:rPr>
              <a:t>) AS </a:t>
            </a:r>
            <a:r>
              <a:rPr lang="en-US" sz="3200" b="1" noProof="1">
                <a:solidFill>
                  <a:schemeClr val="bg1"/>
                </a:solidFill>
                <a:latin typeface="Consolas" pitchFamily="49" charset="0"/>
                <a:cs typeface="Consolas" pitchFamily="49" charset="0"/>
              </a:rPr>
              <a:t>TotalSalary</a:t>
            </a:r>
          </a:p>
          <a:p>
            <a:pPr>
              <a:lnSpc>
                <a:spcPct val="105000"/>
              </a:lnSpc>
            </a:pPr>
            <a:r>
              <a:rPr lang="en-US" sz="3200" b="1" noProof="1">
                <a:latin typeface="Consolas" pitchFamily="49" charset="0"/>
                <a:cs typeface="Consolas" pitchFamily="49" charset="0"/>
              </a:rPr>
              <a:t>    FROM Employees AS e</a:t>
            </a:r>
          </a:p>
          <a:p>
            <a:pPr>
              <a:lnSpc>
                <a:spcPct val="105000"/>
              </a:lnSpc>
            </a:pPr>
            <a:r>
              <a:rPr lang="en-US" sz="3200" b="1" noProof="1">
                <a:latin typeface="Consolas" pitchFamily="49" charset="0"/>
                <a:cs typeface="Consolas" pitchFamily="49" charset="0"/>
              </a:rPr>
              <a:t>GROUP BY e.DepartmentID</a:t>
            </a:r>
          </a:p>
          <a:p>
            <a:pPr>
              <a:lnSpc>
                <a:spcPct val="105000"/>
              </a:lnSpc>
            </a:pPr>
            <a:r>
              <a:rPr lang="en-US" sz="3200" b="1" noProof="1">
                <a:latin typeface="Consolas" pitchFamily="49" charset="0"/>
                <a:cs typeface="Consolas" pitchFamily="49" charset="0"/>
              </a:rPr>
              <a:t>  </a:t>
            </a:r>
            <a:r>
              <a:rPr lang="en-US" sz="3200" b="1" noProof="1">
                <a:solidFill>
                  <a:schemeClr val="bg1"/>
                </a:solidFill>
                <a:latin typeface="Consolas" pitchFamily="49" charset="0"/>
                <a:cs typeface="Consolas" pitchFamily="49" charset="0"/>
              </a:rPr>
              <a:t>HAVING SUM</a:t>
            </a:r>
            <a:r>
              <a:rPr lang="en-US" sz="3200" b="1" noProof="1">
                <a:latin typeface="Consolas" pitchFamily="49" charset="0"/>
                <a:cs typeface="Consolas" pitchFamily="49" charset="0"/>
              </a:rPr>
              <a:t>(</a:t>
            </a:r>
            <a:r>
              <a:rPr lang="en-US" sz="3200" b="1" noProof="1">
                <a:solidFill>
                  <a:schemeClr val="bg1"/>
                </a:solidFill>
                <a:latin typeface="Consolas" pitchFamily="49" charset="0"/>
                <a:cs typeface="Consolas" pitchFamily="49" charset="0"/>
              </a:rPr>
              <a:t>e.Salary</a:t>
            </a:r>
            <a:r>
              <a:rPr lang="en-US" sz="3200" b="1" noProof="1">
                <a:latin typeface="Consolas" pitchFamily="49" charset="0"/>
                <a:cs typeface="Consolas" pitchFamily="49" charset="0"/>
              </a:rPr>
              <a:t>) &gt;= 15000</a:t>
            </a:r>
          </a:p>
        </p:txBody>
      </p:sp>
      <p:sp>
        <p:nvSpPr>
          <p:cNvPr id="465922" name="Rectangle 2"/>
          <p:cNvSpPr>
            <a:spLocks noGrp="1" noChangeArrowheads="1"/>
          </p:cNvSpPr>
          <p:nvPr>
            <p:ph type="title"/>
          </p:nvPr>
        </p:nvSpPr>
        <p:spPr/>
        <p:txBody>
          <a:bodyPr/>
          <a:lstStyle/>
          <a:p>
            <a:r>
              <a:rPr lang="en-US"/>
              <a:t>HAVING Syntax</a:t>
            </a:r>
            <a:endParaRPr lang="bg-BG" dirty="0"/>
          </a:p>
        </p:txBody>
      </p:sp>
      <p:sp>
        <p:nvSpPr>
          <p:cNvPr id="9" name="AutoShape 7"/>
          <p:cNvSpPr>
            <a:spLocks noChangeArrowheads="1"/>
          </p:cNvSpPr>
          <p:nvPr/>
        </p:nvSpPr>
        <p:spPr bwMode="auto">
          <a:xfrm>
            <a:off x="6681000" y="2098774"/>
            <a:ext cx="1905000" cy="953805"/>
          </a:xfrm>
          <a:prstGeom prst="wedgeRoundRectCallout">
            <a:avLst>
              <a:gd name="adj1" fmla="val -61386"/>
              <a:gd name="adj2" fmla="val 38217"/>
              <a:gd name="adj3" fmla="val 16667"/>
            </a:avLst>
          </a:prstGeom>
          <a:solidFill>
            <a:schemeClr val="tx1">
              <a:alpha val="80000"/>
            </a:schemeClr>
          </a:solidFill>
          <a:ln w="19050">
            <a:solidFill>
              <a:schemeClr val="tx1">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b="1" noProof="1">
                <a:solidFill>
                  <a:srgbClr val="FFFFFF"/>
                </a:solidFill>
                <a:effectLst>
                  <a:outerShdw blurRad="38100" dist="38100" dir="2700000" algn="tl">
                    <a:srgbClr val="000000">
                      <a:alpha val="43137"/>
                    </a:srgbClr>
                  </a:outerShdw>
                </a:effectLst>
              </a:rPr>
              <a:t>Aggregate</a:t>
            </a:r>
            <a:br>
              <a:rPr lang="en-US" sz="2800" b="1" noProof="1">
                <a:solidFill>
                  <a:srgbClr val="FFFFFF"/>
                </a:solidFill>
                <a:effectLst>
                  <a:outerShdw blurRad="38100" dist="38100" dir="2700000" algn="tl">
                    <a:srgbClr val="000000">
                      <a:alpha val="43137"/>
                    </a:srgbClr>
                  </a:outerShdw>
                </a:effectLst>
              </a:rPr>
            </a:br>
            <a:r>
              <a:rPr lang="en-US" sz="2800" b="1" noProof="1">
                <a:solidFill>
                  <a:srgbClr val="FFFFFF"/>
                </a:solidFill>
                <a:effectLst>
                  <a:outerShdw blurRad="38100" dist="38100" dir="2700000" algn="tl">
                    <a:srgbClr val="000000">
                      <a:alpha val="43137"/>
                    </a:srgbClr>
                  </a:outerShdw>
                </a:effectLst>
              </a:rPr>
              <a:t>Function</a:t>
            </a:r>
          </a:p>
        </p:txBody>
      </p:sp>
      <p:sp>
        <p:nvSpPr>
          <p:cNvPr id="12" name="AutoShape 7"/>
          <p:cNvSpPr>
            <a:spLocks noChangeArrowheads="1"/>
          </p:cNvSpPr>
          <p:nvPr/>
        </p:nvSpPr>
        <p:spPr bwMode="auto">
          <a:xfrm>
            <a:off x="6755672" y="4061012"/>
            <a:ext cx="3248940" cy="510251"/>
          </a:xfrm>
          <a:prstGeom prst="wedgeRoundRectCallout">
            <a:avLst>
              <a:gd name="adj1" fmla="val -64831"/>
              <a:gd name="adj2" fmla="val 38810"/>
              <a:gd name="adj3" fmla="val 16667"/>
            </a:avLst>
          </a:prstGeom>
          <a:solidFill>
            <a:schemeClr val="tx1">
              <a:alpha val="80000"/>
            </a:schemeClr>
          </a:solidFill>
          <a:ln w="19050">
            <a:solidFill>
              <a:schemeClr val="tx1">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b="1" noProof="1">
                <a:solidFill>
                  <a:srgbClr val="FFFFFF"/>
                </a:solidFill>
                <a:effectLst>
                  <a:outerShdw blurRad="38100" dist="38100" dir="2700000" algn="tl">
                    <a:srgbClr val="000000">
                      <a:alpha val="43137"/>
                    </a:srgbClr>
                  </a:outerShdw>
                </a:effectLst>
              </a:rPr>
              <a:t>Grouping Columns</a:t>
            </a:r>
          </a:p>
        </p:txBody>
      </p:sp>
      <p:sp>
        <p:nvSpPr>
          <p:cNvPr id="13" name="AutoShape 7"/>
          <p:cNvSpPr>
            <a:spLocks noChangeArrowheads="1"/>
          </p:cNvSpPr>
          <p:nvPr/>
        </p:nvSpPr>
        <p:spPr bwMode="auto">
          <a:xfrm>
            <a:off x="9123237" y="2441108"/>
            <a:ext cx="2444823" cy="711759"/>
          </a:xfrm>
          <a:prstGeom prst="wedgeRoundRectCallout">
            <a:avLst>
              <a:gd name="adj1" fmla="val -57002"/>
              <a:gd name="adj2" fmla="val 52125"/>
              <a:gd name="adj3" fmla="val 16667"/>
            </a:avLst>
          </a:prstGeom>
          <a:solidFill>
            <a:schemeClr val="tx1">
              <a:alpha val="80000"/>
            </a:schemeClr>
          </a:solidFill>
          <a:ln w="19050">
            <a:solidFill>
              <a:schemeClr val="tx1">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b="1" noProof="1">
                <a:solidFill>
                  <a:srgbClr val="FFFFFF"/>
                </a:solidFill>
                <a:effectLst>
                  <a:outerShdw blurRad="38100" dist="38100" dir="2700000" algn="tl">
                    <a:srgbClr val="000000">
                      <a:alpha val="43137"/>
                    </a:srgbClr>
                  </a:outerShdw>
                </a:effectLst>
              </a:rPr>
              <a:t>Column Alias</a:t>
            </a:r>
          </a:p>
        </p:txBody>
      </p:sp>
      <p:sp>
        <p:nvSpPr>
          <p:cNvPr id="14" name="AutoShape 7"/>
          <p:cNvSpPr>
            <a:spLocks noChangeArrowheads="1"/>
          </p:cNvSpPr>
          <p:nvPr/>
        </p:nvSpPr>
        <p:spPr bwMode="auto">
          <a:xfrm>
            <a:off x="4791000" y="5274000"/>
            <a:ext cx="3146610" cy="509388"/>
          </a:xfrm>
          <a:prstGeom prst="wedgeRoundRectCallout">
            <a:avLst>
              <a:gd name="adj1" fmla="val -57091"/>
              <a:gd name="adj2" fmla="val -44240"/>
              <a:gd name="adj3" fmla="val 16667"/>
            </a:avLst>
          </a:prstGeom>
          <a:solidFill>
            <a:schemeClr val="tx1">
              <a:alpha val="80000"/>
            </a:schemeClr>
          </a:solidFill>
          <a:ln w="19050">
            <a:solidFill>
              <a:schemeClr val="tx1">
                <a:alpha val="80000"/>
              </a:schemeClr>
            </a:solidFill>
          </a:ln>
          <a:effectLst/>
        </p:spPr>
        <p:style>
          <a:lnRef idx="2">
            <a:schemeClr val="accent1">
              <a:shade val="50000"/>
            </a:schemeClr>
          </a:lnRef>
          <a:fillRef idx="1001">
            <a:schemeClr val="dk2"/>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b="1" noProof="1">
                <a:solidFill>
                  <a:srgbClr val="FFFFFF"/>
                </a:solidFill>
                <a:effectLst>
                  <a:outerShdw blurRad="38100" dist="38100" dir="2700000" algn="tl">
                    <a:srgbClr val="000000">
                      <a:alpha val="43137"/>
                    </a:srgbClr>
                  </a:outerShdw>
                </a:effectLst>
              </a:rPr>
              <a:t>Having Predicate</a:t>
            </a:r>
          </a:p>
        </p:txBody>
      </p:sp>
      <p:sp>
        <p:nvSpPr>
          <p:cNvPr id="11" name="Slide Number">
            <a:extLst>
              <a:ext uri="{FF2B5EF4-FFF2-40B4-BE49-F238E27FC236}">
                <a16:creationId xmlns:a16="http://schemas.microsoft.com/office/drawing/2014/main" id="{70CF5A51-E5F4-4876-A1EE-A3526C927FC5}"/>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32</a:t>
            </a:fld>
            <a:endParaRPr lang="en-US" noProof="0" dirty="0"/>
          </a:p>
        </p:txBody>
      </p:sp>
    </p:spTree>
    <p:extLst>
      <p:ext uri="{BB962C8B-B14F-4D97-AF65-F5344CB8AC3E}">
        <p14:creationId xmlns:p14="http://schemas.microsoft.com/office/powerpoint/2010/main" val="14527427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3" grpId="0" animBg="1"/>
      <p:bldP spid="1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4">
            <a:extLst>
              <a:ext uri="{FF2B5EF4-FFF2-40B4-BE49-F238E27FC236}">
                <a16:creationId xmlns:a16="http://schemas.microsoft.com/office/drawing/2014/main" id="{0E49D336-45B6-44D3-97C4-E28F8DEA2022}"/>
              </a:ext>
            </a:extLst>
          </p:cNvPr>
          <p:cNvSpPr>
            <a:spLocks noGrp="1"/>
          </p:cNvSpPr>
          <p:nvPr>
            <p:ph type="body" sz="quarter" idx="10"/>
          </p:nvPr>
        </p:nvSpPr>
        <p:spPr>
          <a:xfrm>
            <a:off x="869725" y="1656226"/>
            <a:ext cx="7581212" cy="4772369"/>
          </a:xfrm>
        </p:spPr>
        <p:txBody>
          <a:bodyPr/>
          <a:lstStyle>
            <a:lvl1pPr marL="514350" indent="-514350">
              <a:buFont typeface="Wingdings" panose="05000000000000000000" pitchFamily="2" charset="2"/>
              <a:buChar char="§"/>
              <a:defRPr>
                <a:solidFill>
                  <a:schemeClr val="bg2"/>
                </a:solidFill>
              </a:defRPr>
            </a:lvl1pPr>
            <a:lvl2pPr marL="1123935" indent="-514350">
              <a:buFont typeface="Wingdings" panose="05000000000000000000" pitchFamily="2" charset="2"/>
              <a:buChar char="§"/>
              <a:defRPr>
                <a:solidFill>
                  <a:schemeClr val="tx1"/>
                </a:solidFill>
              </a:defRPr>
            </a:lvl2pPr>
            <a:lvl3pPr marL="1733520" indent="-514350">
              <a:buFont typeface="Wingdings" panose="05000000000000000000" pitchFamily="2" charset="2"/>
              <a:buChar char="§"/>
              <a:defRPr>
                <a:solidFill>
                  <a:schemeClr val="tx1"/>
                </a:solidFill>
              </a:defRPr>
            </a:lvl3pPr>
            <a:lvl4pPr marL="2343105" indent="-514350">
              <a:buFont typeface="Wingdings" panose="05000000000000000000" pitchFamily="2" charset="2"/>
              <a:buChar char="§"/>
              <a:defRPr>
                <a:solidFill>
                  <a:schemeClr val="tx1"/>
                </a:solidFill>
              </a:defRPr>
            </a:lvl4pPr>
            <a:lvl5pPr marL="2952689" indent="-514350">
              <a:buFont typeface="Wingdings" panose="05000000000000000000" pitchFamily="2" charset="2"/>
              <a:buChar char="§"/>
              <a:defRPr>
                <a:solidFill>
                  <a:schemeClr val="tx1"/>
                </a:solidFill>
              </a:defRPr>
            </a:lvl5pPr>
          </a:lstStyle>
          <a:p>
            <a:pPr lvl="0"/>
            <a:r>
              <a:rPr lang="en-US" dirty="0"/>
              <a:t>…</a:t>
            </a:r>
          </a:p>
          <a:p>
            <a:pPr lvl="0"/>
            <a:r>
              <a:rPr lang="en-GB" dirty="0"/>
              <a:t>…</a:t>
            </a:r>
            <a:endParaRPr lang="en-US" dirty="0"/>
          </a:p>
          <a:p>
            <a:pPr lvl="0"/>
            <a:r>
              <a:rPr lang="en-GB" dirty="0"/>
              <a:t>…</a:t>
            </a:r>
            <a:endParaRPr lang="en-US" dirty="0"/>
          </a:p>
          <a:p>
            <a:pPr lvl="0"/>
            <a:endParaRPr lang="en-US" dirty="0"/>
          </a:p>
        </p:txBody>
      </p:sp>
      <p:sp>
        <p:nvSpPr>
          <p:cNvPr id="4" name="Title 3"/>
          <p:cNvSpPr>
            <a:spLocks noGrp="1"/>
          </p:cNvSpPr>
          <p:nvPr>
            <p:ph type="title"/>
          </p:nvPr>
        </p:nvSpPr>
        <p:spPr/>
        <p:txBody>
          <a:bodyPr>
            <a:normAutofit/>
          </a:bodyPr>
          <a:lstStyle/>
          <a:p>
            <a:r>
              <a:rPr lang="en-US" dirty="0"/>
              <a:t>Summary</a:t>
            </a:r>
          </a:p>
        </p:txBody>
      </p:sp>
      <p:grpSp>
        <p:nvGrpSpPr>
          <p:cNvPr id="9" name="Group 8">
            <a:extLst>
              <a:ext uri="{FF2B5EF4-FFF2-40B4-BE49-F238E27FC236}">
                <a16:creationId xmlns:a16="http://schemas.microsoft.com/office/drawing/2014/main" id="{EBAFE522-EB7D-4931-A015-9A7E8A98517D}"/>
              </a:ext>
            </a:extLst>
          </p:cNvPr>
          <p:cNvGrpSpPr/>
          <p:nvPr/>
        </p:nvGrpSpPr>
        <p:grpSpPr>
          <a:xfrm>
            <a:off x="191942" y="1419750"/>
            <a:ext cx="8632995" cy="5300339"/>
            <a:chOff x="472011" y="1508786"/>
            <a:chExt cx="3799787" cy="4865561"/>
          </a:xfrm>
        </p:grpSpPr>
        <p:sp>
          <p:nvSpPr>
            <p:cNvPr id="10" name="Rounded Rectangle 10">
              <a:extLst>
                <a:ext uri="{FF2B5EF4-FFF2-40B4-BE49-F238E27FC236}">
                  <a16:creationId xmlns:a16="http://schemas.microsoft.com/office/drawing/2014/main" id="{18F78F23-3D09-4B63-8DF9-D49CFBB145EE}"/>
                </a:ext>
              </a:extLst>
            </p:cNvPr>
            <p:cNvSpPr/>
            <p:nvPr userDrawn="1"/>
          </p:nvSpPr>
          <p:spPr>
            <a:xfrm>
              <a:off x="472011" y="1508786"/>
              <a:ext cx="3799787" cy="4865561"/>
            </a:xfrm>
            <a:prstGeom prst="roundRect">
              <a:avLst>
                <a:gd name="adj" fmla="val 3968"/>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2399" b="0" i="0" u="none" strike="noStrike" kern="1200" cap="none" spc="0" normalizeH="0" baseline="0" noProof="0" dirty="0">
                <a:ln>
                  <a:noFill/>
                </a:ln>
                <a:solidFill>
                  <a:srgbClr val="FFA000"/>
                </a:solidFill>
                <a:effectLst/>
                <a:uLnTx/>
                <a:uFillTx/>
                <a:latin typeface="Calibri" panose="020F0502020204030204"/>
                <a:ea typeface="맑은 고딕" panose="020B0503020000020004" pitchFamily="34" charset="-127"/>
                <a:cs typeface="+mn-cs"/>
              </a:endParaRPr>
            </a:p>
          </p:txBody>
        </p:sp>
        <p:sp>
          <p:nvSpPr>
            <p:cNvPr id="11" name="Rounded Rectangle 16">
              <a:extLst>
                <a:ext uri="{FF2B5EF4-FFF2-40B4-BE49-F238E27FC236}">
                  <a16:creationId xmlns:a16="http://schemas.microsoft.com/office/drawing/2014/main" id="{F12C06CE-2BBE-46C2-B718-813794C58DF9}"/>
                </a:ext>
              </a:extLst>
            </p:cNvPr>
            <p:cNvSpPr/>
            <p:nvPr userDrawn="1"/>
          </p:nvSpPr>
          <p:spPr>
            <a:xfrm>
              <a:off x="540767" y="1781251"/>
              <a:ext cx="85794" cy="4320631"/>
            </a:xfrm>
            <a:prstGeom prst="roundRect">
              <a:avLst>
                <a:gd name="adj" fmla="val 50000"/>
              </a:avLst>
            </a:prstGeom>
            <a:solidFill>
              <a:schemeClr val="bg2">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2399" b="0" i="0" u="none" strike="noStrike" kern="1200" cap="none" spc="0" normalizeH="0" baseline="0" noProof="0">
                <a:ln>
                  <a:noFill/>
                </a:ln>
                <a:solidFill>
                  <a:srgbClr val="FFA000"/>
                </a:solidFill>
                <a:effectLst/>
                <a:uLnTx/>
                <a:uFillTx/>
                <a:latin typeface="Calibri" panose="020F0502020204030204"/>
                <a:ea typeface="맑은 고딕" panose="020B0503020000020004" pitchFamily="34" charset="-127"/>
                <a:cs typeface="+mn-cs"/>
              </a:endParaRPr>
            </a:p>
          </p:txBody>
        </p:sp>
        <p:sp>
          <p:nvSpPr>
            <p:cNvPr id="12" name="Half Frame 11">
              <a:extLst>
                <a:ext uri="{FF2B5EF4-FFF2-40B4-BE49-F238E27FC236}">
                  <a16:creationId xmlns:a16="http://schemas.microsoft.com/office/drawing/2014/main" id="{66CDBB1E-AF3C-43FC-9F34-2DD691F81726}"/>
                </a:ext>
              </a:extLst>
            </p:cNvPr>
            <p:cNvSpPr/>
            <p:nvPr userDrawn="1"/>
          </p:nvSpPr>
          <p:spPr>
            <a:xfrm rot="5400000">
              <a:off x="3762569" y="1912372"/>
              <a:ext cx="669775" cy="238503"/>
            </a:xfrm>
            <a:prstGeom prst="halfFrame">
              <a:avLst>
                <a:gd name="adj1" fmla="val 23728"/>
                <a:gd name="adj2" fmla="val 24642"/>
              </a:avLst>
            </a:prstGeom>
            <a:solidFill>
              <a:schemeClr val="bg2">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2399" b="0" i="0" u="none" strike="noStrike" kern="1200" cap="none" spc="0" normalizeH="0" baseline="0" noProof="0">
                <a:ln>
                  <a:noFill/>
                </a:ln>
                <a:solidFill>
                  <a:srgbClr val="234465"/>
                </a:solidFill>
                <a:effectLst/>
                <a:uLnTx/>
                <a:uFillTx/>
                <a:latin typeface="Calibri" panose="020F0502020204030204"/>
                <a:ea typeface="맑은 고딕" panose="020B0503020000020004" pitchFamily="34" charset="-127"/>
                <a:cs typeface="+mn-cs"/>
              </a:endParaRPr>
            </a:p>
          </p:txBody>
        </p:sp>
      </p:grpSp>
      <p:pic>
        <p:nvPicPr>
          <p:cNvPr id="13" name="Picture 12">
            <a:extLst>
              <a:ext uri="{FF2B5EF4-FFF2-40B4-BE49-F238E27FC236}">
                <a16:creationId xmlns:a16="http://schemas.microsoft.com/office/drawing/2014/main" id="{CCC3A316-993C-4741-8826-E104F27650A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flipH="1">
            <a:off x="8824937" y="3276641"/>
            <a:ext cx="2882677" cy="3119781"/>
          </a:xfrm>
          <a:prstGeom prst="rect">
            <a:avLst/>
          </a:prstGeom>
        </p:spPr>
      </p:pic>
      <p:sp>
        <p:nvSpPr>
          <p:cNvPr id="15" name="Content Placeholder 4">
            <a:extLst>
              <a:ext uri="{FF2B5EF4-FFF2-40B4-BE49-F238E27FC236}">
                <a16:creationId xmlns:a16="http://schemas.microsoft.com/office/drawing/2014/main" id="{B96A0DF8-27E7-4DC8-BBE3-7238AAAEB845}"/>
              </a:ext>
            </a:extLst>
          </p:cNvPr>
          <p:cNvSpPr txBox="1">
            <a:spLocks/>
          </p:cNvSpPr>
          <p:nvPr/>
        </p:nvSpPr>
        <p:spPr>
          <a:xfrm>
            <a:off x="445613" y="1664770"/>
            <a:ext cx="11815018" cy="5201066"/>
          </a:xfrm>
          <a:prstGeom prst="rect">
            <a:avLst/>
          </a:prstGeom>
        </p:spPr>
        <p:txBody>
          <a:bodyPr vert="horz" lIns="108000" tIns="36000" rIns="108000" bIns="36000" rtlCol="0">
            <a:normAutofit/>
          </a:bodyPr>
          <a:lstStyle>
            <a:lvl1pPr marL="456915" indent="-456915" algn="l" defTabSz="1218438" rtl="0" eaLnBrk="1" latinLnBrk="1" hangingPunct="1">
              <a:lnSpc>
                <a:spcPct val="105000"/>
              </a:lnSpc>
              <a:spcBef>
                <a:spcPts val="600"/>
              </a:spcBef>
              <a:spcAft>
                <a:spcPts val="600"/>
              </a:spcAft>
              <a:buFont typeface="Wingdings" panose="05000000000000000000" pitchFamily="2" charset="2"/>
              <a:buChar char="§"/>
              <a:defRPr sz="3398" kern="1200">
                <a:solidFill>
                  <a:schemeClr val="tx1"/>
                </a:solidFill>
                <a:latin typeface="+mn-lt"/>
                <a:ea typeface="+mn-ea"/>
                <a:cs typeface="+mn-cs"/>
              </a:defRPr>
            </a:lvl1pPr>
            <a:lvl2pPr marL="989981" indent="-380762" algn="l" defTabSz="1218438" rtl="0" eaLnBrk="1" latinLnBrk="1" hangingPunct="1">
              <a:lnSpc>
                <a:spcPct val="105000"/>
              </a:lnSpc>
              <a:spcBef>
                <a:spcPts val="600"/>
              </a:spcBef>
              <a:spcAft>
                <a:spcPts val="600"/>
              </a:spcAft>
              <a:buFont typeface="Wingdings" panose="05000000000000000000" pitchFamily="2" charset="2"/>
              <a:buChar char="§"/>
              <a:defRPr sz="3198" kern="1200">
                <a:solidFill>
                  <a:schemeClr val="tx1"/>
                </a:solidFill>
                <a:latin typeface="+mn-lt"/>
                <a:ea typeface="+mn-ea"/>
                <a:cs typeface="+mn-cs"/>
              </a:defRPr>
            </a:lvl2pPr>
            <a:lvl3pPr marL="1523048" indent="-304610" algn="l" defTabSz="1218438" rtl="0" eaLnBrk="1" latinLnBrk="1" hangingPunct="1">
              <a:lnSpc>
                <a:spcPct val="105000"/>
              </a:lnSpc>
              <a:spcBef>
                <a:spcPts val="600"/>
              </a:spcBef>
              <a:spcAft>
                <a:spcPts val="600"/>
              </a:spcAft>
              <a:buFont typeface="Wingdings" panose="05000000000000000000" pitchFamily="2" charset="2"/>
              <a:buChar char="§"/>
              <a:defRPr sz="2998" kern="1200">
                <a:solidFill>
                  <a:schemeClr val="tx1"/>
                </a:solidFill>
                <a:latin typeface="+mn-lt"/>
                <a:ea typeface="+mn-ea"/>
                <a:cs typeface="+mn-cs"/>
              </a:defRPr>
            </a:lvl3pPr>
            <a:lvl4pPr marL="2132267" indent="-304610" algn="l" defTabSz="1218438" rtl="0" eaLnBrk="1" latinLnBrk="1" hangingPunct="1">
              <a:lnSpc>
                <a:spcPct val="105000"/>
              </a:lnSpc>
              <a:spcBef>
                <a:spcPts val="600"/>
              </a:spcBef>
              <a:spcAft>
                <a:spcPts val="600"/>
              </a:spcAft>
              <a:buFont typeface="Wingdings" panose="05000000000000000000" pitchFamily="2" charset="2"/>
              <a:buChar char="§"/>
              <a:defRPr sz="2798" kern="1200">
                <a:solidFill>
                  <a:schemeClr val="tx1"/>
                </a:solidFill>
                <a:latin typeface="+mn-lt"/>
                <a:ea typeface="+mn-ea"/>
                <a:cs typeface="+mn-cs"/>
              </a:defRPr>
            </a:lvl4pPr>
            <a:lvl5pPr marL="2741485" indent="-304610" algn="l" defTabSz="1218438" rtl="0" eaLnBrk="1" latinLnBrk="1" hangingPunct="1">
              <a:lnSpc>
                <a:spcPct val="105000"/>
              </a:lnSpc>
              <a:spcBef>
                <a:spcPts val="600"/>
              </a:spcBef>
              <a:spcAft>
                <a:spcPts val="600"/>
              </a:spcAft>
              <a:buFont typeface="Wingdings" panose="05000000000000000000" pitchFamily="2" charset="2"/>
              <a:buChar char="§"/>
              <a:defRPr sz="2598" kern="1200">
                <a:solidFill>
                  <a:schemeClr val="tx1"/>
                </a:solidFill>
                <a:latin typeface="+mn-lt"/>
                <a:ea typeface="+mn-ea"/>
                <a:cs typeface="+mn-cs"/>
              </a:defRPr>
            </a:lvl5pPr>
            <a:lvl6pPr marL="3350704"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6pPr>
            <a:lvl7pPr marL="3959924"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7pPr>
            <a:lvl8pPr marL="4569143"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8pPr>
            <a:lvl9pPr marL="5178362" indent="-304610" algn="l" defTabSz="1218438" rtl="0" eaLnBrk="1" latinLnBrk="1" hangingPunct="1">
              <a:spcBef>
                <a:spcPct val="20000"/>
              </a:spcBef>
              <a:buFont typeface="Arial" pitchFamily="34" charset="0"/>
              <a:buChar char="•"/>
              <a:defRPr sz="2665" kern="1200">
                <a:solidFill>
                  <a:schemeClr val="tx1"/>
                </a:solidFill>
                <a:latin typeface="+mn-lt"/>
                <a:ea typeface="+mn-ea"/>
                <a:cs typeface="+mn-cs"/>
              </a:defRPr>
            </a:lvl9pPr>
          </a:lstStyle>
          <a:p>
            <a:pPr marL="456915" marR="0" lvl="0" indent="-456915" algn="l" defTabSz="1218438" rtl="0" eaLnBrk="1" fontAlgn="auto" latinLnBrk="1" hangingPunct="1">
              <a:lnSpc>
                <a:spcPct val="100000"/>
              </a:lnSpc>
              <a:spcBef>
                <a:spcPts val="13800"/>
              </a:spcBef>
              <a:spcAft>
                <a:spcPts val="600"/>
              </a:spcAft>
              <a:buClrTx/>
              <a:buSzTx/>
              <a:buFont typeface="Wingdings" panose="05000000000000000000" pitchFamily="2" charset="2"/>
              <a:buChar char="§"/>
              <a:tabLst/>
              <a:defRPr/>
            </a:pPr>
            <a:endParaRPr kumimoji="0" lang="en-US" sz="3200" b="0" i="0" u="none" strike="noStrike" kern="1200" cap="none" spc="0" normalizeH="0" baseline="0" noProof="0" dirty="0">
              <a:ln>
                <a:noFill/>
              </a:ln>
              <a:solidFill>
                <a:srgbClr val="FFFFFF"/>
              </a:solidFill>
              <a:effectLst/>
              <a:uLnTx/>
              <a:uFillTx/>
              <a:latin typeface="Calibri" panose="020F0502020204030204"/>
              <a:ea typeface="+mn-ea"/>
              <a:cs typeface="+mn-cs"/>
            </a:endParaRPr>
          </a:p>
          <a:p>
            <a:pPr marL="358775" marR="0" lvl="0" indent="-358775" algn="l" defTabSz="1218438" rtl="0" eaLnBrk="1" fontAlgn="auto" latinLnBrk="1" hangingPunct="1">
              <a:lnSpc>
                <a:spcPct val="95000"/>
              </a:lnSpc>
              <a:spcBef>
                <a:spcPts val="600"/>
              </a:spcBef>
              <a:spcAft>
                <a:spcPts val="600"/>
              </a:spcAft>
              <a:buClrTx/>
              <a:buSzTx/>
              <a:buFont typeface="Wingdings" panose="05000000000000000000" pitchFamily="2" charset="2"/>
              <a:buChar char="§"/>
              <a:tabLst/>
              <a:defRPr/>
            </a:pPr>
            <a:endParaRPr kumimoji="0" lang="en-US" sz="3200" b="1" i="0" u="none" strike="noStrike" kern="1200" cap="none" spc="0" normalizeH="0" baseline="0" noProof="1">
              <a:ln>
                <a:noFill/>
              </a:ln>
              <a:solidFill>
                <a:srgbClr val="FFFFFF"/>
              </a:solidFill>
              <a:effectLst/>
              <a:uLnTx/>
              <a:uFillTx/>
              <a:latin typeface="Calibri" panose="020F0502020204030204"/>
              <a:ea typeface="+mn-ea"/>
              <a:cs typeface="+mn-cs"/>
            </a:endParaRPr>
          </a:p>
        </p:txBody>
      </p:sp>
      <p:sp>
        <p:nvSpPr>
          <p:cNvPr id="3" name="Rectangle 2"/>
          <p:cNvSpPr/>
          <p:nvPr/>
        </p:nvSpPr>
        <p:spPr>
          <a:xfrm>
            <a:off x="640534" y="1761595"/>
            <a:ext cx="6096000" cy="1569660"/>
          </a:xfrm>
          <a:prstGeom prst="rect">
            <a:avLst/>
          </a:prstGeom>
        </p:spPr>
        <p:txBody>
          <a:bodyPr>
            <a:spAutoFit/>
          </a:bodyPr>
          <a:lstStyle/>
          <a:p>
            <a:pPr marL="457200" indent="-457200">
              <a:lnSpc>
                <a:spcPct val="100000"/>
              </a:lnSpc>
              <a:buClr>
                <a:schemeClr val="bg2"/>
              </a:buClr>
              <a:buFont typeface="Wingdings" panose="05000000000000000000" pitchFamily="2" charset="2"/>
              <a:buChar char="§"/>
            </a:pPr>
            <a:r>
              <a:rPr lang="en-US" sz="3200" b="1" dirty="0">
                <a:solidFill>
                  <a:schemeClr val="bg1"/>
                </a:solidFill>
              </a:rPr>
              <a:t>Grouping</a:t>
            </a:r>
            <a:r>
              <a:rPr lang="en-US" sz="3200" b="1" dirty="0">
                <a:solidFill>
                  <a:schemeClr val="bg2"/>
                </a:solidFill>
              </a:rPr>
              <a:t> by Shared Properties</a:t>
            </a:r>
            <a:endParaRPr lang="bg-BG" sz="3200" b="1" dirty="0">
              <a:solidFill>
                <a:schemeClr val="bg2"/>
              </a:solidFill>
            </a:endParaRPr>
          </a:p>
          <a:p>
            <a:pPr marL="457200" indent="-457200">
              <a:lnSpc>
                <a:spcPct val="100000"/>
              </a:lnSpc>
              <a:buClr>
                <a:schemeClr val="bg2"/>
              </a:buClr>
              <a:buFont typeface="Wingdings" panose="05000000000000000000" pitchFamily="2" charset="2"/>
              <a:buChar char="§"/>
            </a:pPr>
            <a:r>
              <a:rPr lang="en-US" sz="3200" b="1" dirty="0">
                <a:solidFill>
                  <a:schemeClr val="bg1"/>
                </a:solidFill>
              </a:rPr>
              <a:t>Aggregate</a:t>
            </a:r>
            <a:r>
              <a:rPr lang="en-US" sz="3200" b="1" dirty="0">
                <a:solidFill>
                  <a:schemeClr val="bg2"/>
                </a:solidFill>
              </a:rPr>
              <a:t> Functions</a:t>
            </a:r>
            <a:endParaRPr lang="bg-BG" sz="3200" b="1" dirty="0">
              <a:solidFill>
                <a:schemeClr val="bg2"/>
              </a:solidFill>
            </a:endParaRPr>
          </a:p>
          <a:p>
            <a:pPr marL="457200" indent="-457200">
              <a:lnSpc>
                <a:spcPct val="100000"/>
              </a:lnSpc>
              <a:buClr>
                <a:schemeClr val="bg2"/>
              </a:buClr>
              <a:buFont typeface="Wingdings" panose="05000000000000000000" pitchFamily="2" charset="2"/>
              <a:buChar char="§"/>
            </a:pPr>
            <a:r>
              <a:rPr lang="en-US" sz="3200" b="1" dirty="0">
                <a:solidFill>
                  <a:schemeClr val="bg2"/>
                </a:solidFill>
              </a:rPr>
              <a:t>Having </a:t>
            </a:r>
            <a:r>
              <a:rPr lang="en-US" sz="3200" b="1" dirty="0">
                <a:solidFill>
                  <a:schemeClr val="bg1"/>
                </a:solidFill>
              </a:rPr>
              <a:t>Clause</a:t>
            </a:r>
          </a:p>
        </p:txBody>
      </p:sp>
      <p:sp>
        <p:nvSpPr>
          <p:cNvPr id="16" name="Rectangle 9"/>
          <p:cNvSpPr>
            <a:spLocks noChangeArrowheads="1"/>
          </p:cNvSpPr>
          <p:nvPr/>
        </p:nvSpPr>
        <p:spPr bwMode="auto">
          <a:xfrm>
            <a:off x="1205830" y="3467439"/>
            <a:ext cx="6724121" cy="2013565"/>
          </a:xfrm>
          <a:prstGeom prst="rect">
            <a:avLst/>
          </a:prstGeom>
          <a:solidFill>
            <a:schemeClr val="accent5">
              <a:lumMod val="40000"/>
              <a:lumOff val="60000"/>
              <a:alpha val="20000"/>
            </a:schemeClr>
          </a:solidFill>
          <a:ln w="12700">
            <a:solidFill>
              <a:schemeClr val="accent5">
                <a:lumMod val="60000"/>
                <a:lumOff val="40000"/>
              </a:schemeClr>
            </a:solidFill>
          </a:ln>
        </p:spPr>
        <p:txBody>
          <a:bodyPr wrap="square">
            <a:spAutoFit/>
          </a:bodyPr>
          <a:lstStyle/>
          <a:p>
            <a:pPr>
              <a:lnSpc>
                <a:spcPct val="105000"/>
              </a:lnSpc>
            </a:pPr>
            <a:r>
              <a:rPr lang="en-US" sz="2400" b="1" dirty="0">
                <a:solidFill>
                  <a:schemeClr val="bg2"/>
                </a:solidFill>
                <a:latin typeface="Consolas" pitchFamily="49" charset="0"/>
                <a:cs typeface="Consolas" pitchFamily="49" charset="0"/>
              </a:rPr>
              <a:t>SELECT </a:t>
            </a:r>
            <a:endParaRPr lang="bg-BG" sz="2400" b="1" noProof="1">
              <a:solidFill>
                <a:schemeClr val="bg2"/>
              </a:solidFill>
              <a:latin typeface="Consolas" pitchFamily="49" charset="0"/>
              <a:cs typeface="Consolas" pitchFamily="49" charset="0"/>
            </a:endParaRPr>
          </a:p>
          <a:p>
            <a:pPr>
              <a:lnSpc>
                <a:spcPct val="105000"/>
              </a:lnSpc>
            </a:pPr>
            <a:r>
              <a:rPr lang="bg-BG" sz="2400" b="1" noProof="1">
                <a:solidFill>
                  <a:schemeClr val="bg2"/>
                </a:solidFill>
                <a:latin typeface="Consolas" pitchFamily="49" charset="0"/>
                <a:cs typeface="Consolas" pitchFamily="49" charset="0"/>
              </a:rPr>
              <a:t>  </a:t>
            </a:r>
            <a:r>
              <a:rPr lang="en-US" sz="2400" b="1" dirty="0">
                <a:solidFill>
                  <a:schemeClr val="bg1"/>
                </a:solidFill>
                <a:latin typeface="Consolas" pitchFamily="49" charset="0"/>
                <a:cs typeface="Consolas" pitchFamily="49" charset="0"/>
              </a:rPr>
              <a:t>SUM</a:t>
            </a:r>
            <a:r>
              <a:rPr lang="en-US" sz="2400" b="1" dirty="0">
                <a:solidFill>
                  <a:schemeClr val="bg2"/>
                </a:solidFill>
                <a:latin typeface="Consolas" pitchFamily="49" charset="0"/>
                <a:cs typeface="Consolas" pitchFamily="49" charset="0"/>
              </a:rPr>
              <a:t>(</a:t>
            </a:r>
            <a:r>
              <a:rPr lang="en-US" sz="2400" b="1" dirty="0">
                <a:solidFill>
                  <a:schemeClr val="bg1"/>
                </a:solidFill>
                <a:latin typeface="Consolas" pitchFamily="49" charset="0"/>
                <a:cs typeface="Consolas" pitchFamily="49" charset="0"/>
              </a:rPr>
              <a:t>e.Salary</a:t>
            </a:r>
            <a:r>
              <a:rPr lang="en-US" sz="2400" b="1" dirty="0">
                <a:solidFill>
                  <a:schemeClr val="bg2"/>
                </a:solidFill>
                <a:latin typeface="Consolas" pitchFamily="49" charset="0"/>
                <a:cs typeface="Consolas" pitchFamily="49" charset="0"/>
              </a:rPr>
              <a:t>) AS '</a:t>
            </a:r>
            <a:r>
              <a:rPr lang="en-US" sz="2400" b="1" dirty="0">
                <a:solidFill>
                  <a:schemeClr val="bg1"/>
                </a:solidFill>
                <a:latin typeface="Consolas" pitchFamily="49" charset="0"/>
                <a:cs typeface="Consolas" pitchFamily="49" charset="0"/>
              </a:rPr>
              <a:t>TotalSalary</a:t>
            </a:r>
            <a:r>
              <a:rPr lang="en-US" sz="2400" b="1" dirty="0">
                <a:solidFill>
                  <a:schemeClr val="bg2"/>
                </a:solidFill>
                <a:latin typeface="Consolas" pitchFamily="49" charset="0"/>
                <a:cs typeface="Consolas" pitchFamily="49" charset="0"/>
              </a:rPr>
              <a:t>'</a:t>
            </a:r>
          </a:p>
          <a:p>
            <a:pPr>
              <a:lnSpc>
                <a:spcPct val="105000"/>
              </a:lnSpc>
            </a:pPr>
            <a:r>
              <a:rPr lang="en-GB" sz="2400" b="1" dirty="0">
                <a:solidFill>
                  <a:schemeClr val="bg2"/>
                </a:solidFill>
                <a:latin typeface="Consolas" pitchFamily="49" charset="0"/>
                <a:cs typeface="Consolas" pitchFamily="49" charset="0"/>
              </a:rPr>
              <a:t>FROM Employees AS e</a:t>
            </a:r>
          </a:p>
          <a:p>
            <a:pPr>
              <a:lnSpc>
                <a:spcPct val="105000"/>
              </a:lnSpc>
            </a:pPr>
            <a:r>
              <a:rPr lang="en-GB" sz="2400" b="1" dirty="0">
                <a:solidFill>
                  <a:schemeClr val="bg1"/>
                </a:solidFill>
                <a:latin typeface="Consolas" pitchFamily="49" charset="0"/>
                <a:cs typeface="Consolas" pitchFamily="49" charset="0"/>
              </a:rPr>
              <a:t>GROUP</a:t>
            </a:r>
            <a:r>
              <a:rPr lang="en-GB" sz="2400" b="1" dirty="0">
                <a:solidFill>
                  <a:schemeClr val="bg1">
                    <a:lumMod val="60000"/>
                    <a:lumOff val="40000"/>
                  </a:schemeClr>
                </a:solidFill>
                <a:latin typeface="Consolas" pitchFamily="49" charset="0"/>
                <a:cs typeface="Consolas" pitchFamily="49" charset="0"/>
              </a:rPr>
              <a:t> </a:t>
            </a:r>
            <a:r>
              <a:rPr lang="en-GB" sz="2400" b="1" dirty="0">
                <a:solidFill>
                  <a:schemeClr val="bg1"/>
                </a:solidFill>
                <a:latin typeface="Consolas" pitchFamily="49" charset="0"/>
                <a:cs typeface="Consolas" pitchFamily="49" charset="0"/>
              </a:rPr>
              <a:t>BY</a:t>
            </a:r>
            <a:r>
              <a:rPr lang="en-GB" sz="2400" b="1" dirty="0">
                <a:solidFill>
                  <a:schemeClr val="bg1">
                    <a:lumMod val="60000"/>
                    <a:lumOff val="40000"/>
                  </a:schemeClr>
                </a:solidFill>
                <a:latin typeface="Consolas" pitchFamily="49" charset="0"/>
                <a:cs typeface="Consolas" pitchFamily="49" charset="0"/>
              </a:rPr>
              <a:t> </a:t>
            </a:r>
            <a:r>
              <a:rPr lang="en-US" sz="2400" b="1" noProof="1">
                <a:solidFill>
                  <a:schemeClr val="bg2"/>
                </a:solidFill>
                <a:latin typeface="Consolas" pitchFamily="49" charset="0"/>
                <a:cs typeface="Consolas" pitchFamily="49" charset="0"/>
              </a:rPr>
              <a:t>e.DepartmentID</a:t>
            </a:r>
          </a:p>
          <a:p>
            <a:pPr>
              <a:lnSpc>
                <a:spcPct val="105000"/>
              </a:lnSpc>
            </a:pPr>
            <a:r>
              <a:rPr lang="en-GB" sz="2400" b="1" dirty="0">
                <a:solidFill>
                  <a:schemeClr val="bg1"/>
                </a:solidFill>
                <a:latin typeface="Consolas" pitchFamily="49" charset="0"/>
                <a:cs typeface="Consolas" pitchFamily="49" charset="0"/>
              </a:rPr>
              <a:t>HAVING</a:t>
            </a:r>
            <a:r>
              <a:rPr lang="en-GB" sz="2400" b="1" dirty="0">
                <a:solidFill>
                  <a:schemeClr val="bg1">
                    <a:lumMod val="60000"/>
                    <a:lumOff val="40000"/>
                  </a:schemeClr>
                </a:solidFill>
                <a:latin typeface="Consolas" pitchFamily="49" charset="0"/>
                <a:cs typeface="Consolas" pitchFamily="49" charset="0"/>
              </a:rPr>
              <a:t> </a:t>
            </a:r>
            <a:r>
              <a:rPr lang="en-GB" sz="2400" b="1" dirty="0">
                <a:solidFill>
                  <a:schemeClr val="bg1"/>
                </a:solidFill>
                <a:latin typeface="Consolas" pitchFamily="49" charset="0"/>
                <a:cs typeface="Consolas" pitchFamily="49" charset="0"/>
              </a:rPr>
              <a:t>SUM</a:t>
            </a:r>
            <a:r>
              <a:rPr lang="en-GB" sz="2400" b="1" dirty="0">
                <a:solidFill>
                  <a:schemeClr val="bg2"/>
                </a:solidFill>
                <a:latin typeface="Consolas" pitchFamily="49" charset="0"/>
                <a:cs typeface="Consolas" pitchFamily="49" charset="0"/>
              </a:rPr>
              <a:t>(</a:t>
            </a:r>
            <a:r>
              <a:rPr lang="en-GB" sz="2400" b="1" dirty="0">
                <a:solidFill>
                  <a:schemeClr val="bg1"/>
                </a:solidFill>
                <a:latin typeface="Consolas" pitchFamily="49" charset="0"/>
                <a:cs typeface="Consolas" pitchFamily="49" charset="0"/>
              </a:rPr>
              <a:t>e.Salary</a:t>
            </a:r>
            <a:r>
              <a:rPr lang="en-GB" sz="2400" b="1" dirty="0">
                <a:solidFill>
                  <a:schemeClr val="bg2"/>
                </a:solidFill>
                <a:latin typeface="Consolas" pitchFamily="49" charset="0"/>
                <a:cs typeface="Consolas" pitchFamily="49" charset="0"/>
              </a:rPr>
              <a:t>) &gt;= 15_000</a:t>
            </a:r>
          </a:p>
        </p:txBody>
      </p:sp>
      <p:sp>
        <p:nvSpPr>
          <p:cNvPr id="17" name="Slide Number">
            <a:extLst>
              <a:ext uri="{FF2B5EF4-FFF2-40B4-BE49-F238E27FC236}">
                <a16:creationId xmlns:a16="http://schemas.microsoft.com/office/drawing/2014/main" id="{0750CBAB-D7EF-4939-94DC-034FB45F357D}"/>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33</a:t>
            </a:fld>
            <a:endParaRPr lang="en-US" noProof="0" dirty="0"/>
          </a:p>
        </p:txBody>
      </p:sp>
    </p:spTree>
    <p:extLst>
      <p:ext uri="{BB962C8B-B14F-4D97-AF65-F5344CB8AC3E}">
        <p14:creationId xmlns:p14="http://schemas.microsoft.com/office/powerpoint/2010/main" val="3964215705"/>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BD085D2-301C-D855-6375-DC447ABCB9A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34</a:t>
            </a:fld>
            <a:endParaRPr lang="en-US"/>
          </a:p>
        </p:txBody>
      </p:sp>
      <p:sp>
        <p:nvSpPr>
          <p:cNvPr id="5" name="Title 4">
            <a:extLst>
              <a:ext uri="{FF2B5EF4-FFF2-40B4-BE49-F238E27FC236}">
                <a16:creationId xmlns:a16="http://schemas.microsoft.com/office/drawing/2014/main" id="{8629804C-BF3D-66BA-9097-BE92BD4958A9}"/>
              </a:ext>
            </a:extLst>
          </p:cNvPr>
          <p:cNvSpPr>
            <a:spLocks noGrp="1"/>
          </p:cNvSpPr>
          <p:nvPr>
            <p:ph type="title"/>
          </p:nvPr>
        </p:nvSpPr>
        <p:spPr/>
        <p:txBody>
          <a:bodyPr/>
          <a:lstStyle/>
          <a:p>
            <a:r>
              <a:rPr lang="en-GB" b="1" dirty="0" err="1"/>
              <a:t>SoftUni</a:t>
            </a:r>
            <a:r>
              <a:rPr lang="en-GB" b="1" dirty="0"/>
              <a:t> Diamond Partners</a:t>
            </a:r>
            <a:endParaRPr lang="en-US" dirty="0"/>
          </a:p>
        </p:txBody>
      </p:sp>
      <p:pic>
        <p:nvPicPr>
          <p:cNvPr id="6" name="Picture 5" descr="A picture containing logo&#10;&#10;Description automatically generated">
            <a:hlinkClick r:id="rId2"/>
            <a:extLst>
              <a:ext uri="{FF2B5EF4-FFF2-40B4-BE49-F238E27FC236}">
                <a16:creationId xmlns:a16="http://schemas.microsoft.com/office/drawing/2014/main" id="{792C06A0-B1BF-1310-EB3F-B37FB454D0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66832" y="1383837"/>
            <a:ext cx="2786198" cy="1620135"/>
          </a:xfrm>
          <a:prstGeom prst="rect">
            <a:avLst/>
          </a:prstGeom>
        </p:spPr>
      </p:pic>
      <p:pic>
        <p:nvPicPr>
          <p:cNvPr id="9" name="Picture 8" descr="A picture containing logo&#10;&#10;Description automatically generated">
            <a:hlinkClick r:id="rId4"/>
            <a:extLst>
              <a:ext uri="{FF2B5EF4-FFF2-40B4-BE49-F238E27FC236}">
                <a16:creationId xmlns:a16="http://schemas.microsoft.com/office/drawing/2014/main" id="{D5F7E69F-916E-E7FD-07B0-C84410BDE81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56663" y="4452317"/>
            <a:ext cx="3119573" cy="1444168"/>
          </a:xfrm>
          <a:prstGeom prst="rect">
            <a:avLst/>
          </a:prstGeom>
        </p:spPr>
      </p:pic>
      <p:pic>
        <p:nvPicPr>
          <p:cNvPr id="11" name="Picture 10" descr="Text&#10;&#10;Description automatically generated with low confidence">
            <a:hlinkClick r:id="rId6"/>
            <a:extLst>
              <a:ext uri="{FF2B5EF4-FFF2-40B4-BE49-F238E27FC236}">
                <a16:creationId xmlns:a16="http://schemas.microsoft.com/office/drawing/2014/main" id="{2C192C54-107A-E9CB-0B22-954F235E758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46717" y="5624346"/>
            <a:ext cx="3914056" cy="882654"/>
          </a:xfrm>
          <a:prstGeom prst="rect">
            <a:avLst/>
          </a:prstGeom>
        </p:spPr>
      </p:pic>
      <p:pic>
        <p:nvPicPr>
          <p:cNvPr id="15" name="Picture 14">
            <a:hlinkClick r:id="rId8"/>
            <a:extLst>
              <a:ext uri="{FF2B5EF4-FFF2-40B4-BE49-F238E27FC236}">
                <a16:creationId xmlns:a16="http://schemas.microsoft.com/office/drawing/2014/main" id="{45E3E7FC-2B32-01E7-FFCA-DACB5E28FAEC}"/>
              </a:ext>
            </a:extLst>
          </p:cNvPr>
          <p:cNvPicPr>
            <a:picLocks noChangeAspect="1"/>
          </p:cNvPicPr>
          <p:nvPr/>
        </p:nvPicPr>
        <p:blipFill rotWithShape="1">
          <a:blip r:embed="rId9">
            <a:extLst>
              <a:ext uri="{28A0092B-C50C-407E-A947-70E740481C1C}">
                <a14:useLocalDpi xmlns:a14="http://schemas.microsoft.com/office/drawing/2010/main" val="0"/>
              </a:ext>
            </a:extLst>
          </a:blip>
          <a:srcRect t="35405" b="33481"/>
          <a:stretch/>
        </p:blipFill>
        <p:spPr>
          <a:xfrm>
            <a:off x="7980566" y="5431126"/>
            <a:ext cx="4127549" cy="1284289"/>
          </a:xfrm>
          <a:prstGeom prst="rect">
            <a:avLst/>
          </a:prstGeom>
        </p:spPr>
      </p:pic>
      <p:pic>
        <p:nvPicPr>
          <p:cNvPr id="3" name="Picture 5" descr="A green and orange logo&#10;&#10;Description automatically generated">
            <a:hlinkClick r:id="rId10"/>
            <a:extLst>
              <a:ext uri="{FF2B5EF4-FFF2-40B4-BE49-F238E27FC236}">
                <a16:creationId xmlns:a16="http://schemas.microsoft.com/office/drawing/2014/main" id="{F1810EF9-5676-6FC8-AA7F-C2695A7435DB}"/>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376436" y="3404405"/>
            <a:ext cx="3150159" cy="1973054"/>
          </a:xfrm>
          <a:prstGeom prst="rect">
            <a:avLst/>
          </a:prstGeom>
        </p:spPr>
      </p:pic>
      <p:pic>
        <p:nvPicPr>
          <p:cNvPr id="7" name="Picture 3">
            <a:hlinkClick r:id="rId12"/>
            <a:extLst>
              <a:ext uri="{FF2B5EF4-FFF2-40B4-BE49-F238E27FC236}">
                <a16:creationId xmlns:a16="http://schemas.microsoft.com/office/drawing/2014/main" id="{8B513D91-B017-2182-5AF4-630189136672}"/>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310877" y="1190635"/>
            <a:ext cx="3990123" cy="1379608"/>
          </a:xfrm>
          <a:prstGeom prst="rect">
            <a:avLst/>
          </a:prstGeom>
        </p:spPr>
      </p:pic>
      <p:pic>
        <p:nvPicPr>
          <p:cNvPr id="14" name="Картина 13" descr="Картина, която съдържа червен, Графика, Шрифт, дизайн">
            <a:hlinkClick r:id="rId14"/>
            <a:extLst>
              <a:ext uri="{FF2B5EF4-FFF2-40B4-BE49-F238E27FC236}">
                <a16:creationId xmlns:a16="http://schemas.microsoft.com/office/drawing/2014/main" id="{289FFBCA-F5A8-E200-5772-B8297CB4DA70}"/>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598523" y="1878014"/>
            <a:ext cx="3610444" cy="1023778"/>
          </a:xfrm>
          <a:prstGeom prst="rect">
            <a:avLst/>
          </a:prstGeom>
        </p:spPr>
      </p:pic>
      <p:pic>
        <p:nvPicPr>
          <p:cNvPr id="4" name="Картина 3" descr="Картина, която съдържа текст, Шрифт, екранна снимка, номер">
            <a:extLst>
              <a:ext uri="{FF2B5EF4-FFF2-40B4-BE49-F238E27FC236}">
                <a16:creationId xmlns:a16="http://schemas.microsoft.com/office/drawing/2014/main" id="{315CB780-F614-6AAB-62D3-20700692FBED}"/>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5598276" y="2438753"/>
            <a:ext cx="2102030" cy="973287"/>
          </a:xfrm>
          <a:prstGeom prst="rect">
            <a:avLst/>
          </a:prstGeom>
        </p:spPr>
      </p:pic>
      <p:pic>
        <p:nvPicPr>
          <p:cNvPr id="10" name="Graphic 9">
            <a:hlinkClick r:id="rId17"/>
            <a:extLst>
              <a:ext uri="{FF2B5EF4-FFF2-40B4-BE49-F238E27FC236}">
                <a16:creationId xmlns:a16="http://schemas.microsoft.com/office/drawing/2014/main" id="{C903B251-B381-5CD5-1234-5DAF13628FFA}"/>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46717" y="3821811"/>
            <a:ext cx="4746000" cy="812223"/>
          </a:xfrm>
          <a:prstGeom prst="rect">
            <a:avLst/>
          </a:prstGeom>
        </p:spPr>
      </p:pic>
    </p:spTree>
    <p:extLst>
      <p:ext uri="{BB962C8B-B14F-4D97-AF65-F5344CB8AC3E}">
        <p14:creationId xmlns:p14="http://schemas.microsoft.com/office/powerpoint/2010/main" val="9891664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Body"/>
          <p:cNvSpPr>
            <a:spLocks noGrp="1"/>
          </p:cNvSpPr>
          <p:nvPr>
            <p:ph idx="4294967295"/>
          </p:nvPr>
        </p:nvSpPr>
        <p:spPr>
          <a:xfrm>
            <a:off x="190404" y="1179000"/>
            <a:ext cx="8695596" cy="5490000"/>
          </a:xfrm>
        </p:spPr>
        <p:txBody>
          <a:bodyPr>
            <a:normAutofit/>
          </a:bodyPr>
          <a:lstStyle/>
          <a:p>
            <a:pPr>
              <a:lnSpc>
                <a:spcPct val="100000"/>
              </a:lnSpc>
            </a:pPr>
            <a:r>
              <a:rPr lang="en-US" sz="3200" dirty="0"/>
              <a:t>Software University – High-Quality Education, Profession and Job for Software Developers</a:t>
            </a:r>
          </a:p>
          <a:p>
            <a:pPr lvl="1"/>
            <a:r>
              <a:rPr lang="en-US" sz="3000" noProof="1">
                <a:hlinkClick r:id="rId3"/>
              </a:rPr>
              <a:t>softuni.bg</a:t>
            </a:r>
            <a:r>
              <a:rPr lang="en-US" sz="3000" noProof="1"/>
              <a:t>, </a:t>
            </a:r>
            <a:r>
              <a:rPr lang="en-US" sz="2800" dirty="0">
                <a:hlinkClick r:id="rId4"/>
              </a:rPr>
              <a:t>about.softuni.bg</a:t>
            </a:r>
            <a:endParaRPr lang="en-US" sz="3000" noProof="1"/>
          </a:p>
          <a:p>
            <a:pPr>
              <a:lnSpc>
                <a:spcPct val="100000"/>
              </a:lnSpc>
            </a:pPr>
            <a:r>
              <a:rPr lang="en-US" sz="3200" dirty="0"/>
              <a:t>Software University Foundation</a:t>
            </a:r>
            <a:endParaRPr lang="bg-BG" sz="3200" dirty="0"/>
          </a:p>
          <a:p>
            <a:pPr lvl="1"/>
            <a:r>
              <a:rPr lang="en-US" sz="3000" noProof="1">
                <a:hlinkClick r:id="rId5"/>
              </a:rPr>
              <a:t>softuni.foundation</a:t>
            </a:r>
            <a:endParaRPr lang="en-US" sz="3000" noProof="1"/>
          </a:p>
          <a:p>
            <a:pPr>
              <a:lnSpc>
                <a:spcPct val="100000"/>
              </a:lnSpc>
            </a:pPr>
            <a:r>
              <a:rPr lang="en-US" sz="3200" dirty="0"/>
              <a:t>Software University @ Facebook</a:t>
            </a:r>
          </a:p>
          <a:p>
            <a:pPr lvl="1"/>
            <a:r>
              <a:rPr lang="en-US" sz="3000" noProof="1">
                <a:hlinkClick r:id="rId6"/>
              </a:rPr>
              <a:t>facebook.com/SoftwareUniversity</a:t>
            </a:r>
            <a:endParaRPr lang="en-US" sz="3000" noProof="1"/>
          </a:p>
        </p:txBody>
      </p:sp>
      <p:sp>
        <p:nvSpPr>
          <p:cNvPr id="3" name="Slide Title"/>
          <p:cNvSpPr>
            <a:spLocks noGrp="1"/>
          </p:cNvSpPr>
          <p:nvPr>
            <p:ph type="title"/>
          </p:nvPr>
        </p:nvSpPr>
        <p:spPr/>
        <p:txBody>
          <a:bodyPr/>
          <a:lstStyle/>
          <a:p>
            <a:r>
              <a:rPr lang="en-US" dirty="0"/>
              <a:t>Trainings @ Software University</a:t>
            </a:r>
            <a:r>
              <a:rPr lang="bg-BG" dirty="0"/>
              <a:t> (</a:t>
            </a:r>
            <a:r>
              <a:rPr lang="en-US" dirty="0"/>
              <a:t>SoftUni)</a:t>
            </a:r>
          </a:p>
        </p:txBody>
      </p:sp>
      <p:sp>
        <p:nvSpPr>
          <p:cNvPr id="5" name="Slide Number">
            <a:extLst>
              <a:ext uri="{FF2B5EF4-FFF2-40B4-BE49-F238E27FC236}">
                <a16:creationId xmlns:a16="http://schemas.microsoft.com/office/drawing/2014/main" id="{E6699BB3-E900-46B9-BE12-973F1F3BFF04}"/>
              </a:ext>
            </a:extLst>
          </p:cNvPr>
          <p:cNvSpPr txBox="1">
            <a:spLocks/>
          </p:cNvSpPr>
          <p:nvPr/>
        </p:nvSpPr>
        <p:spPr>
          <a:xfrm>
            <a:off x="11753030" y="6507000"/>
            <a:ext cx="367414" cy="297000"/>
          </a:xfrm>
          <a:prstGeom prst="rect">
            <a:avLst/>
          </a:prstGeom>
        </p:spPr>
        <p:txBody>
          <a:bodyPr vert="horz" lIns="91440" tIns="45720" rIns="91440" bIns="45720" rtlCol="0" anchor="b"/>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BF067CD-8E6B-4360-9AA8-C5DF2A48A6D1}" type="slidenum">
              <a:rPr lang="en-US" smtClean="0"/>
              <a:pPr/>
              <a:t>35</a:t>
            </a:fld>
            <a:endParaRPr lang="en-US" dirty="0"/>
          </a:p>
        </p:txBody>
      </p:sp>
    </p:spTree>
    <p:extLst>
      <p:ext uri="{BB962C8B-B14F-4D97-AF65-F5344CB8AC3E}">
        <p14:creationId xmlns:p14="http://schemas.microsoft.com/office/powerpoint/2010/main" val="556715075"/>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Body">
            <a:extLst>
              <a:ext uri="{FF2B5EF4-FFF2-40B4-BE49-F238E27FC236}">
                <a16:creationId xmlns:a16="http://schemas.microsoft.com/office/drawing/2014/main" id="{980F49B1-E4BE-4389-A747-7AB9B71AD920}"/>
              </a:ext>
            </a:extLst>
          </p:cNvPr>
          <p:cNvSpPr>
            <a:spLocks noGrp="1"/>
          </p:cNvSpPr>
          <p:nvPr>
            <p:ph type="body" sz="quarter" idx="10"/>
          </p:nvPr>
        </p:nvSpPr>
        <p:spPr>
          <a:xfrm>
            <a:off x="190402" y="1269001"/>
            <a:ext cx="11818096" cy="5455890"/>
          </a:xfrm>
        </p:spPr>
        <p:txBody>
          <a:bodyPr/>
          <a:lstStyle/>
          <a:p>
            <a:pPr>
              <a:lnSpc>
                <a:spcPct val="120000"/>
              </a:lnSpc>
            </a:pPr>
            <a:r>
              <a:rPr lang="en-US" dirty="0"/>
              <a:t>This course (slides, examples, demos, exercises, homework, documents, videos and other assets) is </a:t>
            </a:r>
            <a:r>
              <a:rPr lang="en-US" b="1" dirty="0"/>
              <a:t>copyrighted content</a:t>
            </a:r>
            <a:endParaRPr lang="en-US" dirty="0"/>
          </a:p>
          <a:p>
            <a:pPr>
              <a:lnSpc>
                <a:spcPct val="120000"/>
              </a:lnSpc>
            </a:pPr>
            <a:r>
              <a:rPr lang="en-US" dirty="0"/>
              <a:t>Unauthorized copy, reproduction or use is illegal</a:t>
            </a:r>
          </a:p>
          <a:p>
            <a:pPr>
              <a:lnSpc>
                <a:spcPct val="120000"/>
              </a:lnSpc>
            </a:pPr>
            <a:r>
              <a:rPr lang="en-US" dirty="0"/>
              <a:t>© SoftUni – </a:t>
            </a:r>
            <a:r>
              <a:rPr lang="en-US" dirty="0">
                <a:hlinkClick r:id="rId3"/>
              </a:rPr>
              <a:t>https://about.softuni.bg</a:t>
            </a:r>
            <a:endParaRPr lang="en-US" dirty="0"/>
          </a:p>
          <a:p>
            <a:pPr>
              <a:lnSpc>
                <a:spcPct val="120000"/>
              </a:lnSpc>
            </a:pPr>
            <a:r>
              <a:rPr lang="en-US" dirty="0"/>
              <a:t>© Software University – </a:t>
            </a:r>
            <a:r>
              <a:rPr lang="en-US" dirty="0">
                <a:hlinkClick r:id="rId4"/>
              </a:rPr>
              <a:t>https://softuni.bg</a:t>
            </a:r>
            <a:endParaRPr lang="bg-BG" dirty="0"/>
          </a:p>
        </p:txBody>
      </p:sp>
      <p:pic>
        <p:nvPicPr>
          <p:cNvPr id="6" name="Picture License" descr="License">
            <a:extLst>
              <a:ext uri="{FF2B5EF4-FFF2-40B4-BE49-F238E27FC236}">
                <a16:creationId xmlns:a16="http://schemas.microsoft.com/office/drawing/2014/main" id="{A10A2585-858C-4B1E-8846-27CF1C15729E}"/>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9745023" y="4445455"/>
            <a:ext cx="1930977" cy="2043545"/>
          </a:xfrm>
          <a:prstGeom prst="rect">
            <a:avLst/>
          </a:prstGeom>
        </p:spPr>
      </p:pic>
      <p:sp>
        <p:nvSpPr>
          <p:cNvPr id="3" name="Slide Title">
            <a:extLst>
              <a:ext uri="{FF2B5EF4-FFF2-40B4-BE49-F238E27FC236}">
                <a16:creationId xmlns:a16="http://schemas.microsoft.com/office/drawing/2014/main" id="{E5F1FB41-80C3-4816-BC47-CCC50632E6E8}"/>
              </a:ext>
            </a:extLst>
          </p:cNvPr>
          <p:cNvSpPr>
            <a:spLocks noGrp="1"/>
          </p:cNvSpPr>
          <p:nvPr>
            <p:ph type="title"/>
          </p:nvPr>
        </p:nvSpPr>
        <p:spPr/>
        <p:txBody>
          <a:bodyPr/>
          <a:lstStyle/>
          <a:p>
            <a:r>
              <a:rPr lang="en-US" dirty="0"/>
              <a:t>License</a:t>
            </a:r>
            <a:endParaRPr lang="bg-BG" dirty="0"/>
          </a:p>
        </p:txBody>
      </p:sp>
      <p:sp>
        <p:nvSpPr>
          <p:cNvPr id="7" name="Slide Number">
            <a:extLst>
              <a:ext uri="{FF2B5EF4-FFF2-40B4-BE49-F238E27FC236}">
                <a16:creationId xmlns:a16="http://schemas.microsoft.com/office/drawing/2014/main" id="{8C4894F6-1A94-4B20-B39B-40818E58FF01}"/>
              </a:ext>
            </a:extLst>
          </p:cNvPr>
          <p:cNvSpPr>
            <a:spLocks noGrp="1"/>
          </p:cNvSpPr>
          <p:nvPr>
            <p:ph type="sldNum" sz="quarter" idx="5"/>
          </p:nvPr>
        </p:nvSpPr>
        <p:spPr>
          <a:xfrm>
            <a:off x="11753030" y="6507000"/>
            <a:ext cx="367414" cy="297000"/>
          </a:xfrm>
          <a:prstGeom prst="rect">
            <a:avLst/>
          </a:prstGeom>
        </p:spPr>
        <p:txBody>
          <a:bodyPr vert="horz" lIns="91440" tIns="45720" rIns="91440" bIns="45720" rtlCol="0" anchor="b"/>
          <a:lstStyle>
            <a:lvl1pPr algn="r">
              <a:defRPr sz="1000"/>
            </a:lvl1pPr>
          </a:lstStyle>
          <a:p>
            <a:fld id="{2BF067CD-8E6B-4360-9AA8-C5DF2A48A6D1}" type="slidenum">
              <a:rPr lang="en-US" noProof="0" smtClean="0"/>
              <a:pPr/>
              <a:t>36</a:t>
            </a:fld>
            <a:endParaRPr lang="en-US" noProof="0" dirty="0"/>
          </a:p>
        </p:txBody>
      </p:sp>
    </p:spTree>
    <p:extLst>
      <p:ext uri="{BB962C8B-B14F-4D97-AF65-F5344CB8AC3E}">
        <p14:creationId xmlns:p14="http://schemas.microsoft.com/office/powerpoint/2010/main" val="3125821569"/>
      </p:ext>
    </p:extLst>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sld>
</file>

<file path=ppt/theme/theme1.xml><?xml version="1.0" encoding="utf-8"?>
<a:theme xmlns:a="http://schemas.openxmlformats.org/drawingml/2006/main" name="SoftUni">
  <a:themeElements>
    <a:clrScheme name="SoftUni">
      <a:dk1>
        <a:srgbClr val="234465"/>
      </a:dk1>
      <a:lt1>
        <a:srgbClr val="FFA000"/>
      </a:lt1>
      <a:dk2>
        <a:srgbClr val="234465"/>
      </a:dk2>
      <a:lt2>
        <a:srgbClr val="FFFFFF"/>
      </a:lt2>
      <a:accent1>
        <a:srgbClr val="FFA000"/>
      </a:accent1>
      <a:accent2>
        <a:srgbClr val="00B050"/>
      </a:accent2>
      <a:accent3>
        <a:srgbClr val="44A9F8"/>
      </a:accent3>
      <a:accent4>
        <a:srgbClr val="7030A0"/>
      </a:accent4>
      <a:accent5>
        <a:srgbClr val="67748E"/>
      </a:accent5>
      <a:accent6>
        <a:srgbClr val="F4F5F7"/>
      </a:accent6>
      <a:hlink>
        <a:srgbClr val="F2AC44"/>
      </a:hlink>
      <a:folHlink>
        <a:srgbClr val="F6C781"/>
      </a:folHlink>
    </a:clrScheme>
    <a:fontScheme name="SoftUni">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dk2">
            <a:alpha val="80000"/>
          </a:schemeClr>
        </a:solidFill>
        <a:ln w="19050">
          <a:solidFill>
            <a:schemeClr val="tx1">
              <a:lumMod val="75000"/>
              <a:alpha val="80000"/>
            </a:schemeClr>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2800" b="1" dirty="0">
            <a:solidFill>
              <a:srgbClr val="FFFFFF"/>
            </a:solidFill>
            <a:effectLst>
              <a:outerShdw blurRad="38100" dist="38100" dir="2700000" algn="tl">
                <a:srgbClr val="000000">
                  <a:alpha val="43137"/>
                </a:srgbClr>
              </a:outerShdw>
            </a:effectLst>
          </a:defRPr>
        </a:defPPr>
      </a:lstStyle>
      <a:style>
        <a:lnRef idx="2">
          <a:schemeClr val="accent1">
            <a:shade val="50000"/>
          </a:schemeClr>
        </a:lnRef>
        <a:fillRef idx="1001">
          <a:schemeClr val="dk2"/>
        </a:fillRef>
        <a:effectRef idx="0">
          <a:schemeClr val="accent1"/>
        </a:effectRef>
        <a:fontRef idx="minor">
          <a:schemeClr val="lt1"/>
        </a:fontRef>
      </a:style>
    </a:spDef>
    <a:txDef>
      <a:spPr>
        <a:solidFill>
          <a:schemeClr val="accent6">
            <a:lumMod val="75000"/>
            <a:alpha val="15000"/>
          </a:schemeClr>
        </a:solidFill>
        <a:ln w="12700">
          <a:solidFill>
            <a:schemeClr val="tx1">
              <a:lumMod val="75000"/>
            </a:schemeClr>
          </a:solidFill>
        </a:ln>
      </a:spPr>
      <a:bodyPr vert="horz" wrap="square" lIns="144000" tIns="108000" rIns="144000" bIns="108000" rtlCol="0">
        <a:spAutoFit/>
      </a:bodyPr>
      <a:lstStyle>
        <a:defPPr algn="l" eaLnBrk="0" hangingPunct="0">
          <a:lnSpc>
            <a:spcPct val="110000"/>
          </a:lnSpc>
          <a:buClr>
            <a:schemeClr val="accent5">
              <a:lumMod val="40000"/>
              <a:lumOff val="60000"/>
            </a:schemeClr>
          </a:buClr>
          <a:buSzPct val="70000"/>
          <a:defRPr sz="2400" dirty="0"/>
        </a:defPPr>
      </a:lstStyle>
    </a:txDef>
  </a:objectDefaults>
  <a:extraClrSchemeLst/>
  <a:extLst>
    <a:ext uri="{05A4C25C-085E-4340-85A3-A5531E510DB2}">
      <thm15:themeFamily xmlns:thm15="http://schemas.microsoft.com/office/thememl/2012/main" name="SoftUni" id="{D61FAD9B-6E74-4E03-BFE4-B363D484F1DA}" vid="{7089C1A3-635B-4B03-A017-DAF10A3A396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4120</TotalTime>
  <Words>2593</Words>
  <Application>Microsoft Office PowerPoint</Application>
  <PresentationFormat>Widescreen</PresentationFormat>
  <Paragraphs>535</Paragraphs>
  <Slides>36</Slides>
  <Notes>30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Calibri</vt:lpstr>
      <vt:lpstr>Consolas</vt:lpstr>
      <vt:lpstr>Wingdings</vt:lpstr>
      <vt:lpstr>Wingdings 2</vt:lpstr>
      <vt:lpstr>SoftUni</vt:lpstr>
      <vt:lpstr>Indices and Data Aggregation</vt:lpstr>
      <vt:lpstr>Table of Contents</vt:lpstr>
      <vt:lpstr>Indices</vt:lpstr>
      <vt:lpstr>Indices</vt:lpstr>
      <vt:lpstr>Clustered Indices</vt:lpstr>
      <vt:lpstr>Clustered Indexes</vt:lpstr>
      <vt:lpstr>Non-Clustered Indeces</vt:lpstr>
      <vt:lpstr>Non-Clustered Indexes</vt:lpstr>
      <vt:lpstr>Indices Syntax</vt:lpstr>
      <vt:lpstr>Demo: Index Performance</vt:lpstr>
      <vt:lpstr>Grouping</vt:lpstr>
      <vt:lpstr>Grouping</vt:lpstr>
      <vt:lpstr>Grouping</vt:lpstr>
      <vt:lpstr>Problem: Departments Total Salaries</vt:lpstr>
      <vt:lpstr>Solution: Departments Total Salaries</vt:lpstr>
      <vt:lpstr>Aggregate Functions</vt:lpstr>
      <vt:lpstr>Aggregate Functions</vt:lpstr>
      <vt:lpstr>Aggregate Functions: COUNT</vt:lpstr>
      <vt:lpstr>COUNT Syntax</vt:lpstr>
      <vt:lpstr>Aggregate Functions: SUM</vt:lpstr>
      <vt:lpstr>SUM Syntax</vt:lpstr>
      <vt:lpstr>Aggregate Functions: MAX</vt:lpstr>
      <vt:lpstr>MAX Syntax</vt:lpstr>
      <vt:lpstr>Aggregate Functions: MIN</vt:lpstr>
      <vt:lpstr>MIN Syntax</vt:lpstr>
      <vt:lpstr>Aggregate Functions: AVG</vt:lpstr>
      <vt:lpstr>AVG Syntax</vt:lpstr>
      <vt:lpstr>Aggregate Functions: STRING_AGG</vt:lpstr>
      <vt:lpstr>Having</vt:lpstr>
      <vt:lpstr>HAVING Clause</vt:lpstr>
      <vt:lpstr>HAVING Clause: Example</vt:lpstr>
      <vt:lpstr>HAVING Syntax</vt:lpstr>
      <vt:lpstr>Summary</vt:lpstr>
      <vt:lpstr>SoftUni Diamond Partners</vt:lpstr>
      <vt:lpstr>Trainings @ Software University (SoftUni)</vt:lpstr>
      <vt:lpstr>License</vt:lpstr>
    </vt:vector>
  </TitlesOfParts>
  <Company>SoftUni – https://about.softuni.bg/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Data-Aggregation</dc:title>
  <dc:subject>Databases Basics - MS SQL Server -  Practical Trainer @ SoftUni</dc:subject>
  <dc:creator>Software University</dc:creator>
  <cp:keywords>Databases; SQL; programming; SoftUni; Software University; programming; software development; software engineering; course; database systems</cp:keywords>
  <dc:description>© SoftUni – https://softuni.org_x000d_
© Software University – https://softuni.bg_x000d_
_x000d_
Copyrighted document. Unauthorized copy, reproduction or use is not permitted.</dc:description>
  <cp:lastModifiedBy>Krasimir Tsanev</cp:lastModifiedBy>
  <cp:revision>70</cp:revision>
  <dcterms:created xsi:type="dcterms:W3CDTF">2018-05-23T13:08:44Z</dcterms:created>
  <dcterms:modified xsi:type="dcterms:W3CDTF">2025-08-26T07:53:53Z</dcterms:modified>
  <cp:category>db;databases;sql;programming;computer programming;software development</cp:category>
</cp:coreProperties>
</file>